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 id="2147483703" r:id="rId2"/>
  </p:sldMasterIdLst>
  <p:notesMasterIdLst>
    <p:notesMasterId r:id="rId14"/>
  </p:notesMasterIdLst>
  <p:sldIdLst>
    <p:sldId id="2147481113" r:id="rId3"/>
    <p:sldId id="2147481136" r:id="rId4"/>
    <p:sldId id="2147481129" r:id="rId5"/>
    <p:sldId id="265" r:id="rId6"/>
    <p:sldId id="2147481130" r:id="rId7"/>
    <p:sldId id="2147481131" r:id="rId8"/>
    <p:sldId id="2147481133" r:id="rId9"/>
    <p:sldId id="2147481132" r:id="rId10"/>
    <p:sldId id="2147481134" r:id="rId11"/>
    <p:sldId id="2147481137" r:id="rId12"/>
    <p:sldId id="214748113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722A13-AFB5-4364-A30D-ED64378589B0}" v="24" dt="2026-03-27T16:25:40.3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44" y="3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e Davis" userId="fd522001-6230-4aa2-a06d-dff260ca34ee" providerId="ADAL" clId="{DC8A6909-7990-4689-BF48-34A459C6DEA8}"/>
    <pc:docChg chg="undo redo custSel addSld delSld modSld addMainMaster modMainMaster">
      <pc:chgData name="Dave Davis" userId="fd522001-6230-4aa2-a06d-dff260ca34ee" providerId="ADAL" clId="{DC8A6909-7990-4689-BF48-34A459C6DEA8}" dt="2026-03-28T13:34:48.440" v="516" actId="1076"/>
      <pc:docMkLst>
        <pc:docMk/>
      </pc:docMkLst>
      <pc:sldChg chg="modSp add modNotesTx">
        <pc:chgData name="Dave Davis" userId="fd522001-6230-4aa2-a06d-dff260ca34ee" providerId="ADAL" clId="{DC8A6909-7990-4689-BF48-34A459C6DEA8}" dt="2026-03-20T17:23:40.500" v="22" actId="6549"/>
        <pc:sldMkLst>
          <pc:docMk/>
          <pc:sldMk cId="288778838" sldId="265"/>
        </pc:sldMkLst>
        <pc:spChg chg="mod">
          <ac:chgData name="Dave Davis" userId="fd522001-6230-4aa2-a06d-dff260ca34ee" providerId="ADAL" clId="{DC8A6909-7990-4689-BF48-34A459C6DEA8}" dt="2026-03-20T17:18:26.601" v="6"/>
          <ac:spMkLst>
            <pc:docMk/>
            <pc:sldMk cId="288778838" sldId="265"/>
            <ac:spMk id="2" creationId="{6DBB9807-7D38-AD24-F11E-16177084C66A}"/>
          </ac:spMkLst>
        </pc:spChg>
      </pc:sldChg>
      <pc:sldChg chg="modSp add mod modNotesTx">
        <pc:chgData name="Dave Davis" userId="fd522001-6230-4aa2-a06d-dff260ca34ee" providerId="ADAL" clId="{DC8A6909-7990-4689-BF48-34A459C6DEA8}" dt="2026-03-20T17:23:45.837" v="23" actId="6549"/>
        <pc:sldMkLst>
          <pc:docMk/>
          <pc:sldMk cId="119807915" sldId="2147481113"/>
        </pc:sldMkLst>
        <pc:spChg chg="mod">
          <ac:chgData name="Dave Davis" userId="fd522001-6230-4aa2-a06d-dff260ca34ee" providerId="ADAL" clId="{DC8A6909-7990-4689-BF48-34A459C6DEA8}" dt="2026-03-20T17:21:35.733" v="19" actId="1076"/>
          <ac:spMkLst>
            <pc:docMk/>
            <pc:sldMk cId="119807915" sldId="2147481113"/>
            <ac:spMk id="4" creationId="{6CC48A28-A3B2-6E10-FCC2-994120220349}"/>
          </ac:spMkLst>
        </pc:spChg>
        <pc:spChg chg="mod">
          <ac:chgData name="Dave Davis" userId="fd522001-6230-4aa2-a06d-dff260ca34ee" providerId="ADAL" clId="{DC8A6909-7990-4689-BF48-34A459C6DEA8}" dt="2026-03-20T17:21:16.798" v="17" actId="20577"/>
          <ac:spMkLst>
            <pc:docMk/>
            <pc:sldMk cId="119807915" sldId="2147481113"/>
            <ac:spMk id="5" creationId="{CA6EB0F7-DC44-1A98-DBBA-7880DA0E061E}"/>
          </ac:spMkLst>
        </pc:spChg>
      </pc:sldChg>
      <pc:sldChg chg="addSp delSp modSp add mod delAnim modAnim modNotesTx">
        <pc:chgData name="Dave Davis" userId="fd522001-6230-4aa2-a06d-dff260ca34ee" providerId="ADAL" clId="{DC8A6909-7990-4689-BF48-34A459C6DEA8}" dt="2026-03-27T16:25:40.315" v="504"/>
        <pc:sldMkLst>
          <pc:docMk/>
          <pc:sldMk cId="1177812825" sldId="2147481129"/>
        </pc:sldMkLst>
        <pc:spChg chg="mod">
          <ac:chgData name="Dave Davis" userId="fd522001-6230-4aa2-a06d-dff260ca34ee" providerId="ADAL" clId="{DC8A6909-7990-4689-BF48-34A459C6DEA8}" dt="2026-03-27T16:24:49.639" v="497" actId="1076"/>
          <ac:spMkLst>
            <pc:docMk/>
            <pc:sldMk cId="1177812825" sldId="2147481129"/>
            <ac:spMk id="15" creationId="{10126763-6016-8172-F977-DBCCC7784AFA}"/>
          </ac:spMkLst>
        </pc:spChg>
        <pc:spChg chg="mod">
          <ac:chgData name="Dave Davis" userId="fd522001-6230-4aa2-a06d-dff260ca34ee" providerId="ADAL" clId="{DC8A6909-7990-4689-BF48-34A459C6DEA8}" dt="2026-03-20T17:25:10.674" v="35" actId="1076"/>
          <ac:spMkLst>
            <pc:docMk/>
            <pc:sldMk cId="1177812825" sldId="2147481129"/>
            <ac:spMk id="23" creationId="{2C08AE49-C74B-3F60-09AF-9F11533815E5}"/>
          </ac:spMkLst>
        </pc:spChg>
        <pc:spChg chg="add mod">
          <ac:chgData name="Dave Davis" userId="fd522001-6230-4aa2-a06d-dff260ca34ee" providerId="ADAL" clId="{DC8A6909-7990-4689-BF48-34A459C6DEA8}" dt="2026-03-20T17:26:45.176" v="107" actId="14100"/>
          <ac:spMkLst>
            <pc:docMk/>
            <pc:sldMk cId="1177812825" sldId="2147481129"/>
            <ac:spMk id="61" creationId="{65BFCCB4-1A61-5A10-3FB5-D167D09AC71D}"/>
          </ac:spMkLst>
        </pc:spChg>
        <pc:spChg chg="mod">
          <ac:chgData name="Dave Davis" userId="fd522001-6230-4aa2-a06d-dff260ca34ee" providerId="ADAL" clId="{DC8A6909-7990-4689-BF48-34A459C6DEA8}" dt="2026-03-20T17:25:39.730" v="70"/>
          <ac:spMkLst>
            <pc:docMk/>
            <pc:sldMk cId="1177812825" sldId="2147481129"/>
            <ac:spMk id="193" creationId="{D6816177-F335-6434-BF34-6AC32A6E366C}"/>
          </ac:spMkLst>
        </pc:spChg>
        <pc:spChg chg="mod">
          <ac:chgData name="Dave Davis" userId="fd522001-6230-4aa2-a06d-dff260ca34ee" providerId="ADAL" clId="{DC8A6909-7990-4689-BF48-34A459C6DEA8}" dt="2026-03-20T17:27:40.019" v="114" actId="1076"/>
          <ac:spMkLst>
            <pc:docMk/>
            <pc:sldMk cId="1177812825" sldId="2147481129"/>
            <ac:spMk id="195" creationId="{C7176207-6407-B102-0924-D67B4BF31980}"/>
          </ac:spMkLst>
        </pc:spChg>
        <pc:spChg chg="mod">
          <ac:chgData name="Dave Davis" userId="fd522001-6230-4aa2-a06d-dff260ca34ee" providerId="ADAL" clId="{DC8A6909-7990-4689-BF48-34A459C6DEA8}" dt="2026-03-20T17:27:20.944" v="112" actId="14100"/>
          <ac:spMkLst>
            <pc:docMk/>
            <pc:sldMk cId="1177812825" sldId="2147481129"/>
            <ac:spMk id="197" creationId="{EE545A29-997F-06D0-63B4-90546048C6EC}"/>
          </ac:spMkLst>
        </pc:spChg>
        <pc:spChg chg="mod">
          <ac:chgData name="Dave Davis" userId="fd522001-6230-4aa2-a06d-dff260ca34ee" providerId="ADAL" clId="{DC8A6909-7990-4689-BF48-34A459C6DEA8}" dt="2026-03-20T17:27:15.257" v="110" actId="14100"/>
          <ac:spMkLst>
            <pc:docMk/>
            <pc:sldMk cId="1177812825" sldId="2147481129"/>
            <ac:spMk id="198" creationId="{AF85405D-ADF8-C99B-6271-369EAACAC41E}"/>
          </ac:spMkLst>
        </pc:spChg>
        <pc:spChg chg="mod">
          <ac:chgData name="Dave Davis" userId="fd522001-6230-4aa2-a06d-dff260ca34ee" providerId="ADAL" clId="{DC8A6909-7990-4689-BF48-34A459C6DEA8}" dt="2026-03-20T17:25:38.019" v="69" actId="1035"/>
          <ac:spMkLst>
            <pc:docMk/>
            <pc:sldMk cId="1177812825" sldId="2147481129"/>
            <ac:spMk id="310" creationId="{B24F8B68-D45C-4C11-3B82-CBD642C3CABA}"/>
          </ac:spMkLst>
        </pc:spChg>
        <pc:spChg chg="mod">
          <ac:chgData name="Dave Davis" userId="fd522001-6230-4aa2-a06d-dff260ca34ee" providerId="ADAL" clId="{DC8A6909-7990-4689-BF48-34A459C6DEA8}" dt="2026-03-20T17:25:10.674" v="35" actId="1076"/>
          <ac:spMkLst>
            <pc:docMk/>
            <pc:sldMk cId="1177812825" sldId="2147481129"/>
            <ac:spMk id="311" creationId="{55C5CC52-557B-1A3B-8D58-E4589B0A9517}"/>
          </ac:spMkLst>
        </pc:spChg>
        <pc:spChg chg="mod">
          <ac:chgData name="Dave Davis" userId="fd522001-6230-4aa2-a06d-dff260ca34ee" providerId="ADAL" clId="{DC8A6909-7990-4689-BF48-34A459C6DEA8}" dt="2026-03-20T17:25:10.674" v="35" actId="1076"/>
          <ac:spMkLst>
            <pc:docMk/>
            <pc:sldMk cId="1177812825" sldId="2147481129"/>
            <ac:spMk id="312" creationId="{19E46722-3709-B1BF-D802-7E081951B9B3}"/>
          </ac:spMkLst>
        </pc:spChg>
        <pc:spChg chg="mod">
          <ac:chgData name="Dave Davis" userId="fd522001-6230-4aa2-a06d-dff260ca34ee" providerId="ADAL" clId="{DC8A6909-7990-4689-BF48-34A459C6DEA8}" dt="2026-03-20T17:25:10.674" v="35" actId="1076"/>
          <ac:spMkLst>
            <pc:docMk/>
            <pc:sldMk cId="1177812825" sldId="2147481129"/>
            <ac:spMk id="313" creationId="{6D6D681F-C8A0-4C5D-FFE9-0124BFE99674}"/>
          </ac:spMkLst>
        </pc:spChg>
        <pc:spChg chg="mod">
          <ac:chgData name="Dave Davis" userId="fd522001-6230-4aa2-a06d-dff260ca34ee" providerId="ADAL" clId="{DC8A6909-7990-4689-BF48-34A459C6DEA8}" dt="2026-03-20T17:25:10.674" v="35" actId="1076"/>
          <ac:spMkLst>
            <pc:docMk/>
            <pc:sldMk cId="1177812825" sldId="2147481129"/>
            <ac:spMk id="314" creationId="{141CAD40-C6AF-CD3A-FE18-75927E018053}"/>
          </ac:spMkLst>
        </pc:spChg>
        <pc:spChg chg="mod">
          <ac:chgData name="Dave Davis" userId="fd522001-6230-4aa2-a06d-dff260ca34ee" providerId="ADAL" clId="{DC8A6909-7990-4689-BF48-34A459C6DEA8}" dt="2026-03-20T17:25:10.674" v="35" actId="1076"/>
          <ac:spMkLst>
            <pc:docMk/>
            <pc:sldMk cId="1177812825" sldId="2147481129"/>
            <ac:spMk id="352" creationId="{C60DA367-4D2E-EEF3-D142-E434E38D11E6}"/>
          </ac:spMkLst>
        </pc:spChg>
        <pc:spChg chg="mod">
          <ac:chgData name="Dave Davis" userId="fd522001-6230-4aa2-a06d-dff260ca34ee" providerId="ADAL" clId="{DC8A6909-7990-4689-BF48-34A459C6DEA8}" dt="2026-03-20T17:25:10.674" v="35" actId="1076"/>
          <ac:spMkLst>
            <pc:docMk/>
            <pc:sldMk cId="1177812825" sldId="2147481129"/>
            <ac:spMk id="360" creationId="{2D1A5709-CDC1-55F4-5D61-60586B7EC7F8}"/>
          </ac:spMkLst>
        </pc:spChg>
        <pc:spChg chg="mod">
          <ac:chgData name="Dave Davis" userId="fd522001-6230-4aa2-a06d-dff260ca34ee" providerId="ADAL" clId="{DC8A6909-7990-4689-BF48-34A459C6DEA8}" dt="2026-03-20T17:25:10.674" v="35" actId="1076"/>
          <ac:spMkLst>
            <pc:docMk/>
            <pc:sldMk cId="1177812825" sldId="2147481129"/>
            <ac:spMk id="361" creationId="{E34FC836-CD4B-438B-3E1A-6068B0CA1972}"/>
          </ac:spMkLst>
        </pc:spChg>
        <pc:spChg chg="mod">
          <ac:chgData name="Dave Davis" userId="fd522001-6230-4aa2-a06d-dff260ca34ee" providerId="ADAL" clId="{DC8A6909-7990-4689-BF48-34A459C6DEA8}" dt="2026-03-20T17:25:10.674" v="35" actId="1076"/>
          <ac:spMkLst>
            <pc:docMk/>
            <pc:sldMk cId="1177812825" sldId="2147481129"/>
            <ac:spMk id="362" creationId="{1858C12C-E26E-BE60-61F9-A8E05BB8C1B9}"/>
          </ac:spMkLst>
        </pc:spChg>
        <pc:grpChg chg="add">
          <ac:chgData name="Dave Davis" userId="fd522001-6230-4aa2-a06d-dff260ca34ee" providerId="ADAL" clId="{DC8A6909-7990-4689-BF48-34A459C6DEA8}" dt="2026-03-27T16:22:30.878" v="485" actId="164"/>
          <ac:grpSpMkLst>
            <pc:docMk/>
            <pc:sldMk cId="1177812825" sldId="2147481129"/>
            <ac:grpSpMk id="2" creationId="{6F3FD3CB-8952-7AD5-DD0B-AA89B2FCBC33}"/>
          </ac:grpSpMkLst>
        </pc:grpChg>
        <pc:grpChg chg="add">
          <ac:chgData name="Dave Davis" userId="fd522001-6230-4aa2-a06d-dff260ca34ee" providerId="ADAL" clId="{DC8A6909-7990-4689-BF48-34A459C6DEA8}" dt="2026-03-27T16:23:27.953" v="487" actId="164"/>
          <ac:grpSpMkLst>
            <pc:docMk/>
            <pc:sldMk cId="1177812825" sldId="2147481129"/>
            <ac:grpSpMk id="4" creationId="{842712DB-D735-4E9B-B895-7C312E7B8DD0}"/>
          </ac:grpSpMkLst>
        </pc:grpChg>
        <pc:grpChg chg="add del">
          <ac:chgData name="Dave Davis" userId="fd522001-6230-4aa2-a06d-dff260ca34ee" providerId="ADAL" clId="{DC8A6909-7990-4689-BF48-34A459C6DEA8}" dt="2026-03-27T16:24:06.787" v="491" actId="478"/>
          <ac:grpSpMkLst>
            <pc:docMk/>
            <pc:sldMk cId="1177812825" sldId="2147481129"/>
            <ac:grpSpMk id="24" creationId="{4D51D75E-961A-2CBD-93A2-ABA3E391CDD4}"/>
          </ac:grpSpMkLst>
        </pc:grpChg>
        <pc:grpChg chg="add mod">
          <ac:chgData name="Dave Davis" userId="fd522001-6230-4aa2-a06d-dff260ca34ee" providerId="ADAL" clId="{DC8A6909-7990-4689-BF48-34A459C6DEA8}" dt="2026-03-27T16:24:30.507" v="494" actId="1076"/>
          <ac:grpSpMkLst>
            <pc:docMk/>
            <pc:sldMk cId="1177812825" sldId="2147481129"/>
            <ac:grpSpMk id="25" creationId="{AAD81BD8-0752-23EF-7162-95E12E896831}"/>
          </ac:grpSpMkLst>
        </pc:grpChg>
        <pc:grpChg chg="add">
          <ac:chgData name="Dave Davis" userId="fd522001-6230-4aa2-a06d-dff260ca34ee" providerId="ADAL" clId="{DC8A6909-7990-4689-BF48-34A459C6DEA8}" dt="2026-03-27T16:24:43.418" v="496" actId="164"/>
          <ac:grpSpMkLst>
            <pc:docMk/>
            <pc:sldMk cId="1177812825" sldId="2147481129"/>
            <ac:grpSpMk id="26" creationId="{456CCAAA-37E5-AD5E-0FA9-5BF0E6511D20}"/>
          </ac:grpSpMkLst>
        </pc:grpChg>
        <pc:grpChg chg="add">
          <ac:chgData name="Dave Davis" userId="fd522001-6230-4aa2-a06d-dff260ca34ee" providerId="ADAL" clId="{DC8A6909-7990-4689-BF48-34A459C6DEA8}" dt="2026-03-27T16:25:17.194" v="499" actId="164"/>
          <ac:grpSpMkLst>
            <pc:docMk/>
            <pc:sldMk cId="1177812825" sldId="2147481129"/>
            <ac:grpSpMk id="27" creationId="{A27BA315-A0C0-91E5-73C4-408DF4C18042}"/>
          </ac:grpSpMkLst>
        </pc:grpChg>
        <pc:grpChg chg="add del">
          <ac:chgData name="Dave Davis" userId="fd522001-6230-4aa2-a06d-dff260ca34ee" providerId="ADAL" clId="{DC8A6909-7990-4689-BF48-34A459C6DEA8}" dt="2026-03-27T16:25:38" v="503" actId="478"/>
          <ac:grpSpMkLst>
            <pc:docMk/>
            <pc:sldMk cId="1177812825" sldId="2147481129"/>
            <ac:grpSpMk id="28" creationId="{B47B6922-D0E8-92AB-8B8F-AF6F73E55E8D}"/>
          </ac:grpSpMkLst>
        </pc:grpChg>
        <pc:grpChg chg="add mod">
          <ac:chgData name="Dave Davis" userId="fd522001-6230-4aa2-a06d-dff260ca34ee" providerId="ADAL" clId="{DC8A6909-7990-4689-BF48-34A459C6DEA8}" dt="2026-03-20T17:26:45.176" v="107" actId="14100"/>
          <ac:grpSpMkLst>
            <pc:docMk/>
            <pc:sldMk cId="1177812825" sldId="2147481129"/>
            <ac:grpSpMk id="62" creationId="{1B09A603-44C8-F8D7-2536-F60E1C4D36CD}"/>
          </ac:grpSpMkLst>
        </pc:grpChg>
        <pc:grpChg chg="mod">
          <ac:chgData name="Dave Davis" userId="fd522001-6230-4aa2-a06d-dff260ca34ee" providerId="ADAL" clId="{DC8A6909-7990-4689-BF48-34A459C6DEA8}" dt="2026-03-20T17:25:39.730" v="70"/>
          <ac:grpSpMkLst>
            <pc:docMk/>
            <pc:sldMk cId="1177812825" sldId="2147481129"/>
            <ac:grpSpMk id="194" creationId="{2AF01566-6408-FB2A-3E5C-A47C431F16FD}"/>
          </ac:grpSpMkLst>
        </pc:grpChg>
        <pc:grpChg chg="mod">
          <ac:chgData name="Dave Davis" userId="fd522001-6230-4aa2-a06d-dff260ca34ee" providerId="ADAL" clId="{DC8A6909-7990-4689-BF48-34A459C6DEA8}" dt="2026-03-20T17:25:38.019" v="69" actId="1035"/>
          <ac:grpSpMkLst>
            <pc:docMk/>
            <pc:sldMk cId="1177812825" sldId="2147481129"/>
            <ac:grpSpMk id="238" creationId="{0F95A411-08DB-E09F-8A3F-61EEFA25CFEE}"/>
          </ac:grpSpMkLst>
        </pc:grpChg>
        <pc:grpChg chg="mod">
          <ac:chgData name="Dave Davis" userId="fd522001-6230-4aa2-a06d-dff260ca34ee" providerId="ADAL" clId="{DC8A6909-7990-4689-BF48-34A459C6DEA8}" dt="2026-03-27T16:22:19.682" v="484" actId="1076"/>
          <ac:grpSpMkLst>
            <pc:docMk/>
            <pc:sldMk cId="1177812825" sldId="2147481129"/>
            <ac:grpSpMk id="290" creationId="{55227527-2794-7CAA-2B7B-3F3AB9C9A16B}"/>
          </ac:grpSpMkLst>
        </pc:grpChg>
        <pc:picChg chg="mod">
          <ac:chgData name="Dave Davis" userId="fd522001-6230-4aa2-a06d-dff260ca34ee" providerId="ADAL" clId="{DC8A6909-7990-4689-BF48-34A459C6DEA8}" dt="2026-03-20T17:27:15.257" v="110" actId="14100"/>
          <ac:picMkLst>
            <pc:docMk/>
            <pc:sldMk cId="1177812825" sldId="2147481129"/>
            <ac:picMk id="196" creationId="{74D3EC7B-F7AB-64B9-0FBF-60B93A9BF0A3}"/>
          </ac:picMkLst>
        </pc:picChg>
      </pc:sldChg>
      <pc:sldChg chg="addSp delSp modSp new mod modClrScheme chgLayout">
        <pc:chgData name="Dave Davis" userId="fd522001-6230-4aa2-a06d-dff260ca34ee" providerId="ADAL" clId="{DC8A6909-7990-4689-BF48-34A459C6DEA8}" dt="2026-03-20T17:31:24.718" v="236" actId="962"/>
        <pc:sldMkLst>
          <pc:docMk/>
          <pc:sldMk cId="2181485427" sldId="2147481130"/>
        </pc:sldMkLst>
        <pc:spChg chg="add mod ord">
          <ac:chgData name="Dave Davis" userId="fd522001-6230-4aa2-a06d-dff260ca34ee" providerId="ADAL" clId="{DC8A6909-7990-4689-BF48-34A459C6DEA8}" dt="2026-03-20T17:28:08.785" v="131" actId="20577"/>
          <ac:spMkLst>
            <pc:docMk/>
            <pc:sldMk cId="2181485427" sldId="2147481130"/>
            <ac:spMk id="3" creationId="{BAEF23A7-9ECE-64FB-DD61-23593197CC8B}"/>
          </ac:spMkLst>
        </pc:spChg>
        <pc:spChg chg="add mod">
          <ac:chgData name="Dave Davis" userId="fd522001-6230-4aa2-a06d-dff260ca34ee" providerId="ADAL" clId="{DC8A6909-7990-4689-BF48-34A459C6DEA8}" dt="2026-03-20T17:30:46.815" v="229" actId="20577"/>
          <ac:spMkLst>
            <pc:docMk/>
            <pc:sldMk cId="2181485427" sldId="2147481130"/>
            <ac:spMk id="5" creationId="{05E982E1-7380-F3C9-1B47-2C7348E1FFC5}"/>
          </ac:spMkLst>
        </pc:spChg>
        <pc:picChg chg="add mod">
          <ac:chgData name="Dave Davis" userId="fd522001-6230-4aa2-a06d-dff260ca34ee" providerId="ADAL" clId="{DC8A6909-7990-4689-BF48-34A459C6DEA8}" dt="2026-03-20T17:31:24.718" v="236" actId="962"/>
          <ac:picMkLst>
            <pc:docMk/>
            <pc:sldMk cId="2181485427" sldId="2147481130"/>
            <ac:picMk id="7" creationId="{3BCA636E-00E4-6609-7201-1FBE8C370C19}"/>
          </ac:picMkLst>
        </pc:picChg>
      </pc:sldChg>
      <pc:sldChg chg="addSp delSp modSp new mod modClrScheme chgLayout">
        <pc:chgData name="Dave Davis" userId="fd522001-6230-4aa2-a06d-dff260ca34ee" providerId="ADAL" clId="{DC8A6909-7990-4689-BF48-34A459C6DEA8}" dt="2026-03-20T17:32:38.003" v="247" actId="1076"/>
        <pc:sldMkLst>
          <pc:docMk/>
          <pc:sldMk cId="83780094" sldId="2147481131"/>
        </pc:sldMkLst>
        <pc:spChg chg="add mod">
          <ac:chgData name="Dave Davis" userId="fd522001-6230-4aa2-a06d-dff260ca34ee" providerId="ADAL" clId="{DC8A6909-7990-4689-BF48-34A459C6DEA8}" dt="2026-03-20T17:32:38.003" v="247" actId="1076"/>
          <ac:spMkLst>
            <pc:docMk/>
            <pc:sldMk cId="83780094" sldId="2147481131"/>
            <ac:spMk id="4" creationId="{37E2E47B-68B9-0BD9-229D-001BD7671655}"/>
          </ac:spMkLst>
        </pc:spChg>
      </pc:sldChg>
      <pc:sldChg chg="addSp delSp modSp new mod modClrScheme chgLayout">
        <pc:chgData name="Dave Davis" userId="fd522001-6230-4aa2-a06d-dff260ca34ee" providerId="ADAL" clId="{DC8A6909-7990-4689-BF48-34A459C6DEA8}" dt="2026-03-20T17:36:47.407" v="282" actId="1076"/>
        <pc:sldMkLst>
          <pc:docMk/>
          <pc:sldMk cId="1675498754" sldId="2147481132"/>
        </pc:sldMkLst>
        <pc:spChg chg="add mod">
          <ac:chgData name="Dave Davis" userId="fd522001-6230-4aa2-a06d-dff260ca34ee" providerId="ADAL" clId="{DC8A6909-7990-4689-BF48-34A459C6DEA8}" dt="2026-03-20T17:33:15.160" v="268" actId="20577"/>
          <ac:spMkLst>
            <pc:docMk/>
            <pc:sldMk cId="1675498754" sldId="2147481132"/>
            <ac:spMk id="2" creationId="{CCE6EE00-4C33-4C9A-2B51-DFA872C9EF17}"/>
          </ac:spMkLst>
        </pc:spChg>
        <pc:spChg chg="add mod">
          <ac:chgData name="Dave Davis" userId="fd522001-6230-4aa2-a06d-dff260ca34ee" providerId="ADAL" clId="{DC8A6909-7990-4689-BF48-34A459C6DEA8}" dt="2026-03-20T17:35:17.489" v="271" actId="1076"/>
          <ac:spMkLst>
            <pc:docMk/>
            <pc:sldMk cId="1675498754" sldId="2147481132"/>
            <ac:spMk id="4" creationId="{D62B64EC-832B-6951-CF7B-9E76000581B1}"/>
          </ac:spMkLst>
        </pc:spChg>
        <pc:picChg chg="add mod">
          <ac:chgData name="Dave Davis" userId="fd522001-6230-4aa2-a06d-dff260ca34ee" providerId="ADAL" clId="{DC8A6909-7990-4689-BF48-34A459C6DEA8}" dt="2026-03-20T17:36:47.407" v="282" actId="1076"/>
          <ac:picMkLst>
            <pc:docMk/>
            <pc:sldMk cId="1675498754" sldId="2147481132"/>
            <ac:picMk id="8" creationId="{4186E983-C755-BB28-D369-C4C14AEADB98}"/>
          </ac:picMkLst>
        </pc:picChg>
      </pc:sldChg>
      <pc:sldChg chg="addSp delSp modSp new mod modClrScheme chgLayout">
        <pc:chgData name="Dave Davis" userId="fd522001-6230-4aa2-a06d-dff260ca34ee" providerId="ADAL" clId="{DC8A6909-7990-4689-BF48-34A459C6DEA8}" dt="2026-03-20T17:47:47.114" v="349" actId="404"/>
        <pc:sldMkLst>
          <pc:docMk/>
          <pc:sldMk cId="1600590639" sldId="2147481133"/>
        </pc:sldMkLst>
        <pc:spChg chg="add mod">
          <ac:chgData name="Dave Davis" userId="fd522001-6230-4aa2-a06d-dff260ca34ee" providerId="ADAL" clId="{DC8A6909-7990-4689-BF48-34A459C6DEA8}" dt="2026-03-20T17:43:41.646" v="305"/>
          <ac:spMkLst>
            <pc:docMk/>
            <pc:sldMk cId="1600590639" sldId="2147481133"/>
            <ac:spMk id="2" creationId="{96552C92-B621-B06E-9713-8AED71C28A74}"/>
          </ac:spMkLst>
        </pc:spChg>
        <pc:spChg chg="add mod">
          <ac:chgData name="Dave Davis" userId="fd522001-6230-4aa2-a06d-dff260ca34ee" providerId="ADAL" clId="{DC8A6909-7990-4689-BF48-34A459C6DEA8}" dt="2026-03-20T17:44:03.123" v="308"/>
          <ac:spMkLst>
            <pc:docMk/>
            <pc:sldMk cId="1600590639" sldId="2147481133"/>
            <ac:spMk id="6" creationId="{8A443D29-471D-DF47-3684-DB6E4C0446A4}"/>
          </ac:spMkLst>
        </pc:spChg>
        <pc:spChg chg="add mod">
          <ac:chgData name="Dave Davis" userId="fd522001-6230-4aa2-a06d-dff260ca34ee" providerId="ADAL" clId="{DC8A6909-7990-4689-BF48-34A459C6DEA8}" dt="2026-03-20T17:47:47.114" v="349" actId="404"/>
          <ac:spMkLst>
            <pc:docMk/>
            <pc:sldMk cId="1600590639" sldId="2147481133"/>
            <ac:spMk id="7" creationId="{62858E68-37C4-6ED7-8536-3AF3431B4C66}"/>
          </ac:spMkLst>
        </pc:spChg>
      </pc:sldChg>
      <pc:sldChg chg="add">
        <pc:chgData name="Dave Davis" userId="fd522001-6230-4aa2-a06d-dff260ca34ee" providerId="ADAL" clId="{DC8A6909-7990-4689-BF48-34A459C6DEA8}" dt="2026-03-20T17:48:18.762" v="350"/>
        <pc:sldMkLst>
          <pc:docMk/>
          <pc:sldMk cId="3613836363" sldId="2147481134"/>
        </pc:sldMkLst>
      </pc:sldChg>
      <pc:sldChg chg="addSp delSp modSp add mod">
        <pc:chgData name="Dave Davis" userId="fd522001-6230-4aa2-a06d-dff260ca34ee" providerId="ADAL" clId="{DC8A6909-7990-4689-BF48-34A459C6DEA8}" dt="2026-03-28T13:34:48.440" v="516" actId="1076"/>
        <pc:sldMkLst>
          <pc:docMk/>
          <pc:sldMk cId="3976346700" sldId="2147481135"/>
        </pc:sldMkLst>
        <pc:spChg chg="mod">
          <ac:chgData name="Dave Davis" userId="fd522001-6230-4aa2-a06d-dff260ca34ee" providerId="ADAL" clId="{DC8A6909-7990-4689-BF48-34A459C6DEA8}" dt="2026-03-20T17:48:28.058" v="358" actId="20577"/>
          <ac:spMkLst>
            <pc:docMk/>
            <pc:sldMk cId="3976346700" sldId="2147481135"/>
            <ac:spMk id="4" creationId="{4C5692AA-C964-12CA-3CE9-6C24FDB88FF6}"/>
          </ac:spMkLst>
        </pc:spChg>
        <pc:picChg chg="add del mod">
          <ac:chgData name="Dave Davis" userId="fd522001-6230-4aa2-a06d-dff260ca34ee" providerId="ADAL" clId="{DC8A6909-7990-4689-BF48-34A459C6DEA8}" dt="2026-03-28T13:34:40.886" v="511" actId="478"/>
          <ac:picMkLst>
            <pc:docMk/>
            <pc:sldMk cId="3976346700" sldId="2147481135"/>
            <ac:picMk id="3" creationId="{9744C92A-D35C-6C81-5933-BFF8A85B80DA}"/>
          </ac:picMkLst>
        </pc:picChg>
        <pc:picChg chg="add mod">
          <ac:chgData name="Dave Davis" userId="fd522001-6230-4aa2-a06d-dff260ca34ee" providerId="ADAL" clId="{DC8A6909-7990-4689-BF48-34A459C6DEA8}" dt="2026-03-28T13:34:48.440" v="516" actId="1076"/>
          <ac:picMkLst>
            <pc:docMk/>
            <pc:sldMk cId="3976346700" sldId="2147481135"/>
            <ac:picMk id="6" creationId="{A1B79D05-5395-959A-269E-20DE986A1FF1}"/>
          </ac:picMkLst>
        </pc:picChg>
      </pc:sldChg>
      <pc:sldChg chg="add">
        <pc:chgData name="Dave Davis" userId="fd522001-6230-4aa2-a06d-dff260ca34ee" providerId="ADAL" clId="{DC8A6909-7990-4689-BF48-34A459C6DEA8}" dt="2026-03-24T13:33:04.746" v="361"/>
        <pc:sldMkLst>
          <pc:docMk/>
          <pc:sldMk cId="2954652061" sldId="2147481136"/>
        </pc:sldMkLst>
      </pc:sldChg>
      <pc:sldChg chg="addSp modSp new mod modClrScheme modAnim chgLayout">
        <pc:chgData name="Dave Davis" userId="fd522001-6230-4aa2-a06d-dff260ca34ee" providerId="ADAL" clId="{DC8A6909-7990-4689-BF48-34A459C6DEA8}" dt="2026-03-27T16:21:18.530" v="480" actId="1076"/>
        <pc:sldMkLst>
          <pc:docMk/>
          <pc:sldMk cId="4074543973" sldId="2147481137"/>
        </pc:sldMkLst>
        <pc:spChg chg="add mod">
          <ac:chgData name="Dave Davis" userId="fd522001-6230-4aa2-a06d-dff260ca34ee" providerId="ADAL" clId="{DC8A6909-7990-4689-BF48-34A459C6DEA8}" dt="2026-03-27T16:17:06.625" v="408" actId="20577"/>
          <ac:spMkLst>
            <pc:docMk/>
            <pc:sldMk cId="4074543973" sldId="2147481137"/>
            <ac:spMk id="2" creationId="{AF115C01-EC96-EB3A-3576-579F349D24D5}"/>
          </ac:spMkLst>
        </pc:spChg>
        <pc:spChg chg="add mod">
          <ac:chgData name="Dave Davis" userId="fd522001-6230-4aa2-a06d-dff260ca34ee" providerId="ADAL" clId="{DC8A6909-7990-4689-BF48-34A459C6DEA8}" dt="2026-03-27T16:20:07.183" v="471" actId="313"/>
          <ac:spMkLst>
            <pc:docMk/>
            <pc:sldMk cId="4074543973" sldId="2147481137"/>
            <ac:spMk id="4" creationId="{22B40D82-0EA5-9956-E756-A0789FBB8127}"/>
          </ac:spMkLst>
        </pc:spChg>
        <pc:spChg chg="add mod">
          <ac:chgData name="Dave Davis" userId="fd522001-6230-4aa2-a06d-dff260ca34ee" providerId="ADAL" clId="{DC8A6909-7990-4689-BF48-34A459C6DEA8}" dt="2026-03-27T16:19:56.284" v="466" actId="313"/>
          <ac:spMkLst>
            <pc:docMk/>
            <pc:sldMk cId="4074543973" sldId="2147481137"/>
            <ac:spMk id="6" creationId="{81016C37-CEE4-A9EC-3786-2D2274F88CDB}"/>
          </ac:spMkLst>
        </pc:spChg>
        <pc:spChg chg="add mod">
          <ac:chgData name="Dave Davis" userId="fd522001-6230-4aa2-a06d-dff260ca34ee" providerId="ADAL" clId="{DC8A6909-7990-4689-BF48-34A459C6DEA8}" dt="2026-03-27T16:17:58.954" v="457" actId="1076"/>
          <ac:spMkLst>
            <pc:docMk/>
            <pc:sldMk cId="4074543973" sldId="2147481137"/>
            <ac:spMk id="7" creationId="{BCAB3D37-BDD4-CF36-B442-BFAC4CB924FC}"/>
          </ac:spMkLst>
        </pc:spChg>
        <pc:spChg chg="add mod">
          <ac:chgData name="Dave Davis" userId="fd522001-6230-4aa2-a06d-dff260ca34ee" providerId="ADAL" clId="{DC8A6909-7990-4689-BF48-34A459C6DEA8}" dt="2026-03-27T16:21:18.530" v="480" actId="1076"/>
          <ac:spMkLst>
            <pc:docMk/>
            <pc:sldMk cId="4074543973" sldId="2147481137"/>
            <ac:spMk id="9" creationId="{9BEFF98C-6453-C649-4AE3-1AA5912CC973}"/>
          </ac:spMkLst>
        </pc:spChg>
      </pc:sldChg>
      <pc:sldMasterChg chg="delSldLayout modSldLayout">
        <pc:chgData name="Dave Davis" userId="fd522001-6230-4aa2-a06d-dff260ca34ee" providerId="ADAL" clId="{DC8A6909-7990-4689-BF48-34A459C6DEA8}" dt="2026-03-24T13:33:08.849" v="362" actId="47"/>
        <pc:sldMasterMkLst>
          <pc:docMk/>
          <pc:sldMasterMk cId="4224300603" sldId="2147483686"/>
        </pc:sldMasterMkLst>
        <pc:sldLayoutChg chg="delSp mod">
          <pc:chgData name="Dave Davis" userId="fd522001-6230-4aa2-a06d-dff260ca34ee" providerId="ADAL" clId="{DC8A6909-7990-4689-BF48-34A459C6DEA8}" dt="2026-03-20T17:20:03.982" v="10" actId="478"/>
          <pc:sldLayoutMkLst>
            <pc:docMk/>
            <pc:sldMasterMk cId="4224300603" sldId="2147483686"/>
            <pc:sldLayoutMk cId="4042138557" sldId="214748369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75B9CE-CBE7-4423-B8D9-8D1433130A67}" type="datetimeFigureOut">
              <a:rPr lang="en-US" smtClean="0"/>
              <a:t>3/27/2026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47CE84-6C34-4C4F-83A8-66AF8AB647EA}" type="slidenum">
              <a:rPr lang="en-US" smtClean="0"/>
              <a:t>‹#›</a:t>
            </a:fld>
            <a:endParaRPr lang="en-US"/>
          </a:p>
        </p:txBody>
      </p:sp>
    </p:spTree>
    <p:extLst>
      <p:ext uri="{BB962C8B-B14F-4D97-AF65-F5344CB8AC3E}">
        <p14:creationId xmlns:p14="http://schemas.microsoft.com/office/powerpoint/2010/main" val="2720456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D154338-A073-4661-BF20-52EA06646E26}" type="slidenum">
              <a:rPr lang="en-US" smtClean="0"/>
              <a:pPr/>
              <a:t>1</a:t>
            </a:fld>
            <a:endParaRPr lang="en-US"/>
          </a:p>
        </p:txBody>
      </p:sp>
    </p:spTree>
    <p:extLst>
      <p:ext uri="{BB962C8B-B14F-4D97-AF65-F5344CB8AC3E}">
        <p14:creationId xmlns:p14="http://schemas.microsoft.com/office/powerpoint/2010/main" val="4077292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5F67C-0D98-64C7-4EB7-972EAA767B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8DD358-2A99-C54E-30F8-51CF0DD281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F5480F-0F38-4D47-B1CC-F46C1ECD5DA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7FC9C3-B067-D7DC-5519-4C4FE6CAB3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E772D2D-26BE-4F2E-9405-2561EB52213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4495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154338-A073-4661-BF20-52EA06646E26}"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785919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D9C16-4595-B134-C498-3CA60ED07B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8E64E-239F-298F-48BF-E13EFB44E3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F41E7C-807C-1525-43CA-913BE99263B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AA720D9-3F7F-2C0D-0924-9AB330BA4C42}"/>
              </a:ext>
            </a:extLst>
          </p:cNvPr>
          <p:cNvSpPr>
            <a:spLocks noGrp="1"/>
          </p:cNvSpPr>
          <p:nvPr>
            <p:ph type="sldNum" sz="quarter" idx="5"/>
          </p:nvPr>
        </p:nvSpPr>
        <p:spPr/>
        <p:txBody>
          <a:bodyPr/>
          <a:lstStyle/>
          <a:p>
            <a:fld id="{BD154338-A073-4661-BF20-52EA06646E26}" type="slidenum">
              <a:rPr lang="en-US" smtClean="0"/>
              <a:pPr/>
              <a:t>4</a:t>
            </a:fld>
            <a:endParaRPr lang="en-US"/>
          </a:p>
        </p:txBody>
      </p:sp>
    </p:spTree>
    <p:extLst>
      <p:ext uri="{BB962C8B-B14F-4D97-AF65-F5344CB8AC3E}">
        <p14:creationId xmlns:p14="http://schemas.microsoft.com/office/powerpoint/2010/main" val="30707984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6.png"/><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6.png"/><Relationship Id="rId4" Type="http://schemas.microsoft.com/office/2007/relationships/hdphoto" Target="../media/hdphoto1.wdp"/></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3.jpe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Generic 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4A89F4-06BC-05C7-E624-3AD486724073}"/>
              </a:ext>
            </a:extLst>
          </p:cNvPr>
          <p:cNvPicPr>
            <a:picLocks noChangeAspect="1"/>
          </p:cNvPicPr>
          <p:nvPr userDrawn="1"/>
        </p:nvPicPr>
        <p:blipFill>
          <a:blip r:embed="rId3"/>
          <a:srcRect l="6" r="6"/>
          <a:stretch/>
        </p:blipFill>
        <p:spPr>
          <a:xfrm>
            <a:off x="0" y="959"/>
            <a:ext cx="12190515" cy="6856081"/>
          </a:xfrm>
          <a:prstGeom prst="rect">
            <a:avLst/>
          </a:prstGeom>
        </p:spPr>
      </p:pic>
      <p:sp>
        <p:nvSpPr>
          <p:cNvPr id="2" name="Rectangle 1">
            <a:extLst>
              <a:ext uri="{FF2B5EF4-FFF2-40B4-BE49-F238E27FC236}">
                <a16:creationId xmlns:a16="http://schemas.microsoft.com/office/drawing/2014/main" id="{0E0E72C2-9BD2-5AD9-B9CA-4BBC87DE030C}"/>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useBgFill="1">
        <p:nvSpPr>
          <p:cNvPr id="4" name="Rectangle: Rounded Corners 3">
            <a:extLst>
              <a:ext uri="{FF2B5EF4-FFF2-40B4-BE49-F238E27FC236}">
                <a16:creationId xmlns:a16="http://schemas.microsoft.com/office/drawing/2014/main" id="{1CC3CF95-FE3F-B45C-D9CA-92A25805EE11}"/>
              </a:ext>
            </a:extLst>
          </p:cNvPr>
          <p:cNvSpPr/>
          <p:nvPr userDrawn="1"/>
        </p:nvSpPr>
        <p:spPr bwMode="auto">
          <a:xfrm>
            <a:off x="230841" y="229394"/>
            <a:ext cx="11730318" cy="6399212"/>
          </a:xfrm>
          <a:prstGeom prst="roundRect">
            <a:avLst>
              <a:gd name="adj" fmla="val 2410"/>
            </a:avLst>
          </a:prstGeom>
          <a:ln>
            <a:noFill/>
            <a:headEnd type="none" w="med" len="med"/>
            <a:tailEnd type="none" w="med" len="med"/>
          </a:ln>
          <a:effectLst>
            <a:outerShdw blurRad="203200" algn="ctr" rotWithShape="0">
              <a:prstClr val="black">
                <a:alpha val="4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5" name="Rectangle: Rounded Corners 4">
            <a:extLst>
              <a:ext uri="{FF2B5EF4-FFF2-40B4-BE49-F238E27FC236}">
                <a16:creationId xmlns:a16="http://schemas.microsoft.com/office/drawing/2014/main" id="{45EB6F0F-15F3-B550-08B5-D31FDADC2D88}"/>
              </a:ext>
            </a:extLst>
          </p:cNvPr>
          <p:cNvSpPr/>
          <p:nvPr userDrawn="1"/>
        </p:nvSpPr>
        <p:spPr bwMode="auto">
          <a:xfrm>
            <a:off x="230841" y="229394"/>
            <a:ext cx="11730318" cy="6399212"/>
          </a:xfrm>
          <a:prstGeom prst="roundRect">
            <a:avLst>
              <a:gd name="adj" fmla="val 2410"/>
            </a:avLst>
          </a:prstGeom>
          <a:gradFill>
            <a:gsLst>
              <a:gs pos="100000">
                <a:srgbClr val="091F2C"/>
              </a:gs>
              <a:gs pos="0">
                <a:schemeClr val="accent2">
                  <a:alpha val="44000"/>
                </a:schemeClr>
              </a:gs>
            </a:gsLst>
            <a:path path="circle">
              <a:fillToRect l="50000" t="50000" r="50000" b="5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4" name="Title 13">
            <a:extLst>
              <a:ext uri="{FF2B5EF4-FFF2-40B4-BE49-F238E27FC236}">
                <a16:creationId xmlns:a16="http://schemas.microsoft.com/office/drawing/2014/main" id="{E6F5F079-BC6A-2F8A-3765-785292E0BBD1}"/>
              </a:ext>
            </a:extLst>
          </p:cNvPr>
          <p:cNvSpPr>
            <a:spLocks noGrp="1"/>
          </p:cNvSpPr>
          <p:nvPr>
            <p:ph type="title" hasCustomPrompt="1"/>
          </p:nvPr>
        </p:nvSpPr>
        <p:spPr>
          <a:xfrm>
            <a:off x="588263" y="593724"/>
            <a:ext cx="11018520" cy="998539"/>
          </a:xfrm>
          <a:noFill/>
        </p:spPr>
        <p:txBody>
          <a:bodyPr wrap="square" lIns="0" tIns="0" rIns="0" bIns="0" rtlCol="0">
            <a:noAutofit/>
          </a:bodyPr>
          <a:lstStyle>
            <a:lvl1pPr>
              <a:defRPr kumimoji="0" lang="en-GB" sz="3200" i="0" u="none" strike="noStrike" spc="0" normalizeH="0" dirty="0">
                <a:ln>
                  <a:noFill/>
                </a:ln>
                <a:solidFill>
                  <a:srgbClr val="FFFFFF"/>
                </a:solidFill>
                <a:uLnTx/>
                <a:uFillTx/>
                <a:latin typeface="Segoe Sans Text Semibold"/>
                <a:cs typeface="+mn-cs"/>
              </a:defRPr>
            </a:lvl1pPr>
          </a:lstStyle>
          <a:p>
            <a:pPr marL="0" marR="0" lvl="0" indent="0" defTabSz="914367" fontAlgn="auto">
              <a:spcBef>
                <a:spcPts val="0"/>
              </a:spcBef>
              <a:spcAft>
                <a:spcPts val="0"/>
              </a:spcAft>
              <a:buClrTx/>
              <a:buSzTx/>
              <a:buFontTx/>
              <a:tabLst/>
            </a:pPr>
            <a:r>
              <a:rPr lang="en-US"/>
              <a:t>Click to edit title</a:t>
            </a:r>
            <a:endParaRPr lang="en-GB"/>
          </a:p>
        </p:txBody>
      </p:sp>
      <p:sp>
        <p:nvSpPr>
          <p:cNvPr id="16" name="Content Placeholder 2">
            <a:extLst>
              <a:ext uri="{FF2B5EF4-FFF2-40B4-BE49-F238E27FC236}">
                <a16:creationId xmlns:a16="http://schemas.microsoft.com/office/drawing/2014/main" id="{9FEE9692-7BBB-EE91-31C0-6285D6D4FCC4}"/>
              </a:ext>
            </a:extLst>
          </p:cNvPr>
          <p:cNvSpPr>
            <a:spLocks noGrp="1"/>
          </p:cNvSpPr>
          <p:nvPr>
            <p:ph idx="1" hasCustomPrompt="1"/>
          </p:nvPr>
        </p:nvSpPr>
        <p:spPr>
          <a:xfrm>
            <a:off x="569912" y="1952625"/>
            <a:ext cx="11050588" cy="4311651"/>
          </a:xfrm>
          <a:prstGeom prst="rect">
            <a:avLst/>
          </a:prstGeom>
        </p:spPr>
        <p:txBody>
          <a:bodyPr wrap="square" lIns="0" tIns="0" rIns="0" bIns="0" anchor="t" anchorCtr="0">
            <a:noAutofit/>
          </a:bodyPr>
          <a:lstStyle>
            <a:lvl1pPr>
              <a:defRPr kumimoji="0" lang="en-US" sz="18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text/ content</a:t>
            </a:r>
          </a:p>
        </p:txBody>
      </p:sp>
    </p:spTree>
    <p:extLst>
      <p:ext uri="{BB962C8B-B14F-4D97-AF65-F5344CB8AC3E}">
        <p14:creationId xmlns:p14="http://schemas.microsoft.com/office/powerpoint/2010/main" val="2623039397"/>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2 Sess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A blue and green curved object&#10;&#10;Description automatically generated">
            <a:extLst>
              <a:ext uri="{FF2B5EF4-FFF2-40B4-BE49-F238E27FC236}">
                <a16:creationId xmlns:a16="http://schemas.microsoft.com/office/drawing/2014/main" id="{4130102C-F6DB-B17F-A3E3-A39464815733}"/>
              </a:ext>
            </a:extLst>
          </p:cNvPr>
          <p:cNvPicPr>
            <a:picLocks noChangeAspect="1"/>
          </p:cNvPicPr>
          <p:nvPr userDrawn="1"/>
        </p:nvPicPr>
        <p:blipFill>
          <a:blip r:embed="rId3">
            <a:extLst>
              <a:ext uri="{BEBA8EAE-BF5A-486C-A8C5-ECC9F3942E4B}">
                <a14:imgProps xmlns:a14="http://schemas.microsoft.com/office/drawing/2010/main">
                  <a14:imgLayer r:embed="rId4">
                    <a14:imgEffect>
                      <a14:artisticBlur radius="60"/>
                    </a14:imgEffect>
                  </a14:imgLayer>
                </a14:imgProps>
              </a:ex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6B92EBA-31A5-AF71-1D69-5B223CACAB15}"/>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6" name="Rectangle: Rounded Corners 5">
            <a:extLst>
              <a:ext uri="{FF2B5EF4-FFF2-40B4-BE49-F238E27FC236}">
                <a16:creationId xmlns:a16="http://schemas.microsoft.com/office/drawing/2014/main" id="{9619D37F-A4A5-EB65-3C61-21332240AED4}"/>
              </a:ext>
            </a:extLst>
          </p:cNvPr>
          <p:cNvSpPr/>
          <p:nvPr userDrawn="1"/>
        </p:nvSpPr>
        <p:spPr bwMode="auto">
          <a:xfrm rot="16200000">
            <a:off x="3018259" y="-2422715"/>
            <a:ext cx="6194362" cy="11703424"/>
          </a:xfrm>
          <a:prstGeom prst="roundRect">
            <a:avLst>
              <a:gd name="adj" fmla="val 2616"/>
            </a:avLst>
          </a:prstGeom>
          <a:gradFill flip="none" rotWithShape="1">
            <a:gsLst>
              <a:gs pos="100000">
                <a:schemeClr val="accent2"/>
              </a:gs>
              <a:gs pos="23000">
                <a:srgbClr val="091F2C">
                  <a:alpha val="30000"/>
                </a:srgbClr>
              </a:gs>
            </a:gsLst>
            <a:path path="circle">
              <a:fillToRect t="100000" r="100000"/>
            </a:path>
            <a:tileRect l="-100000" b="-100000"/>
          </a:gradFill>
          <a:ln>
            <a:noFill/>
            <a:headEnd type="none" w="med" len="med"/>
            <a:tailEnd type="none" w="med" len="med"/>
          </a:ln>
          <a:effectLst>
            <a:outerShdw blurRad="266700" algn="ctr" rotWithShape="0">
              <a:schemeClr val="accent2">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useBgFill="1">
        <p:nvSpPr>
          <p:cNvPr id="4" name="Rectangle: Top Corners Rounded 3">
            <a:extLst>
              <a:ext uri="{FF2B5EF4-FFF2-40B4-BE49-F238E27FC236}">
                <a16:creationId xmlns:a16="http://schemas.microsoft.com/office/drawing/2014/main" id="{1CC3CF95-FE3F-B45C-D9CA-92A25805EE11}"/>
              </a:ext>
            </a:extLst>
          </p:cNvPr>
          <p:cNvSpPr/>
          <p:nvPr userDrawn="1"/>
        </p:nvSpPr>
        <p:spPr bwMode="auto">
          <a:xfrm rot="5400000">
            <a:off x="5848648" y="413671"/>
            <a:ext cx="6194362" cy="6030655"/>
          </a:xfrm>
          <a:prstGeom prst="round2SameRect">
            <a:avLst>
              <a:gd name="adj1" fmla="val 1825"/>
              <a:gd name="adj2" fmla="val 0"/>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9" name="Title 13">
            <a:extLst>
              <a:ext uri="{FF2B5EF4-FFF2-40B4-BE49-F238E27FC236}">
                <a16:creationId xmlns:a16="http://schemas.microsoft.com/office/drawing/2014/main" id="{550159F9-2F3D-D4F4-5BE8-E72231BDBCBB}"/>
              </a:ext>
            </a:extLst>
          </p:cNvPr>
          <p:cNvSpPr>
            <a:spLocks noGrp="1"/>
          </p:cNvSpPr>
          <p:nvPr>
            <p:ph type="title" hasCustomPrompt="1"/>
          </p:nvPr>
        </p:nvSpPr>
        <p:spPr>
          <a:xfrm>
            <a:off x="673968" y="2269950"/>
            <a:ext cx="4059079" cy="1292662"/>
          </a:xfrm>
          <a:noFill/>
        </p:spPr>
        <p:txBody>
          <a:bodyPr wrap="square" lIns="0" tIns="0" rIns="0" bIns="0" rtlCol="0">
            <a:noAutofit/>
          </a:bodyPr>
          <a:lstStyle>
            <a:lvl1pPr>
              <a:defRPr kumimoji="0" lang="en-GB" sz="2800" i="0" u="none" strike="noStrike" spc="0" normalizeH="0" dirty="0">
                <a:ln>
                  <a:noFill/>
                </a:ln>
                <a:solidFill>
                  <a:srgbClr val="FFFFFF"/>
                </a:solidFill>
                <a:uLnTx/>
                <a:uFillTx/>
                <a:latin typeface="Segoe Sans Text Semibold"/>
                <a:cs typeface="+mn-cs"/>
              </a:defRPr>
            </a:lvl1pPr>
          </a:lstStyle>
          <a:p>
            <a:pPr marL="0" marR="0" lvl="0" indent="0" defTabSz="914367" fontAlgn="auto">
              <a:spcBef>
                <a:spcPts val="0"/>
              </a:spcBef>
              <a:spcAft>
                <a:spcPts val="0"/>
              </a:spcAft>
              <a:buClrTx/>
              <a:buSzTx/>
              <a:buFontTx/>
              <a:tabLst/>
            </a:pPr>
            <a:r>
              <a:rPr lang="en-US"/>
              <a:t>Click to edit</a:t>
            </a:r>
            <a:br>
              <a:rPr lang="en-US"/>
            </a:br>
            <a:r>
              <a:rPr lang="en-US"/>
              <a:t>session title up to</a:t>
            </a:r>
            <a:br>
              <a:rPr lang="en-US"/>
            </a:br>
            <a:r>
              <a:rPr lang="en-US"/>
              <a:t>three lines</a:t>
            </a:r>
            <a:endParaRPr lang="en-GB"/>
          </a:p>
        </p:txBody>
      </p:sp>
      <p:sp>
        <p:nvSpPr>
          <p:cNvPr id="23" name="Rectangle: Rounded Corners 22">
            <a:extLst>
              <a:ext uri="{FF2B5EF4-FFF2-40B4-BE49-F238E27FC236}">
                <a16:creationId xmlns:a16="http://schemas.microsoft.com/office/drawing/2014/main" id="{3928CA40-B2FC-3CB3-4971-DD5A5D0CA5B9}"/>
              </a:ext>
            </a:extLst>
          </p:cNvPr>
          <p:cNvSpPr>
            <a:spLocks/>
          </p:cNvSpPr>
          <p:nvPr userDrawn="1"/>
        </p:nvSpPr>
        <p:spPr bwMode="auto">
          <a:xfrm>
            <a:off x="673968" y="4301966"/>
            <a:ext cx="4489289" cy="1110678"/>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grpSp>
        <p:nvGrpSpPr>
          <p:cNvPr id="16" name="Group 15">
            <a:extLst>
              <a:ext uri="{FF2B5EF4-FFF2-40B4-BE49-F238E27FC236}">
                <a16:creationId xmlns:a16="http://schemas.microsoft.com/office/drawing/2014/main" id="{DF2EF07E-12BF-641D-451C-8DA7028664C5}"/>
              </a:ext>
            </a:extLst>
          </p:cNvPr>
          <p:cNvGrpSpPr/>
          <p:nvPr userDrawn="1"/>
        </p:nvGrpSpPr>
        <p:grpSpPr>
          <a:xfrm>
            <a:off x="752160" y="4380157"/>
            <a:ext cx="954296" cy="954296"/>
            <a:chOff x="1261672" y="4833938"/>
            <a:chExt cx="954296" cy="954296"/>
          </a:xfrm>
        </p:grpSpPr>
        <p:sp>
          <p:nvSpPr>
            <p:cNvPr id="12" name="Rectangle: Rounded Corners 11">
              <a:extLst>
                <a:ext uri="{FF2B5EF4-FFF2-40B4-BE49-F238E27FC236}">
                  <a16:creationId xmlns:a16="http://schemas.microsoft.com/office/drawing/2014/main" id="{E3AF39C7-1B5B-42FC-90FD-2B9A2590A817}"/>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mn-ea"/>
                <a:cs typeface="Segoe Sans Text" pitchFamily="2" charset="0"/>
              </a:endParaRPr>
            </a:p>
          </p:txBody>
        </p:sp>
        <p:sp>
          <p:nvSpPr>
            <p:cNvPr id="15" name="Rectangle: Rounded Corners 14">
              <a:extLst>
                <a:ext uri="{FF2B5EF4-FFF2-40B4-BE49-F238E27FC236}">
                  <a16:creationId xmlns:a16="http://schemas.microsoft.com/office/drawing/2014/main" id="{D6A60279-164C-A5E9-5744-CA0EA4D5E948}"/>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grpSp>
      <p:sp>
        <p:nvSpPr>
          <p:cNvPr id="17" name="Content Placeholder 2">
            <a:extLst>
              <a:ext uri="{FF2B5EF4-FFF2-40B4-BE49-F238E27FC236}">
                <a16:creationId xmlns:a16="http://schemas.microsoft.com/office/drawing/2014/main" id="{10F78AE8-B5D4-9038-FBC2-D4A8C000CB48}"/>
              </a:ext>
            </a:extLst>
          </p:cNvPr>
          <p:cNvSpPr>
            <a:spLocks noGrp="1"/>
          </p:cNvSpPr>
          <p:nvPr>
            <p:ph idx="1" hasCustomPrompt="1"/>
          </p:nvPr>
        </p:nvSpPr>
        <p:spPr>
          <a:xfrm>
            <a:off x="1819585" y="4471104"/>
            <a:ext cx="3247791" cy="276999"/>
          </a:xfrm>
          <a:prstGeom prst="rect">
            <a:avLst/>
          </a:prstGeom>
          <a:noFill/>
        </p:spPr>
        <p:txBody>
          <a:bodyPr wrap="square">
            <a:spAutoFit/>
          </a:bodyPr>
          <a:lstStyle>
            <a:lvl1pPr marL="0" indent="0" algn="l">
              <a:buNone/>
              <a:defRPr kumimoji="0" lang="en-US" sz="1800" b="0" i="0" u="none" strike="noStrike" cap="none" spc="-48" normalizeH="0" dirty="0">
                <a:ln w="3175">
                  <a:noFill/>
                </a:ln>
                <a:solidFill>
                  <a:srgbClr val="8DC8E8"/>
                </a:solidFill>
                <a:effectLst/>
                <a:uLnTx/>
                <a:uFillTx/>
                <a:latin typeface="Segoe Sans Text Semibold"/>
                <a:cs typeface="+mn-cs"/>
              </a:defRPr>
            </a:lvl1pPr>
          </a:lstStyle>
          <a:p>
            <a:pPr marL="0" lvl="0" defTabSz="914400"/>
            <a:r>
              <a:rPr lang="en-US"/>
              <a:t>Click to edit Presenter name</a:t>
            </a:r>
          </a:p>
        </p:txBody>
      </p:sp>
      <p:sp>
        <p:nvSpPr>
          <p:cNvPr id="18" name="Content Placeholder 2">
            <a:extLst>
              <a:ext uri="{FF2B5EF4-FFF2-40B4-BE49-F238E27FC236}">
                <a16:creationId xmlns:a16="http://schemas.microsoft.com/office/drawing/2014/main" id="{FF07C86F-3B7D-6CD6-B8F8-EED7227BF4B6}"/>
              </a:ext>
            </a:extLst>
          </p:cNvPr>
          <p:cNvSpPr>
            <a:spLocks noGrp="1"/>
          </p:cNvSpPr>
          <p:nvPr>
            <p:ph idx="10" hasCustomPrompt="1"/>
          </p:nvPr>
        </p:nvSpPr>
        <p:spPr>
          <a:xfrm>
            <a:off x="1819585" y="4886603"/>
            <a:ext cx="3247791" cy="169277"/>
          </a:xfrm>
          <a:prstGeom prst="rect">
            <a:avLst/>
          </a:prstGeom>
        </p:spPr>
        <p:txBody>
          <a:bodyPr wrap="square" lIns="0" tIns="0" rIns="0" bIns="0" anchor="t" anchorCtr="0">
            <a:spAutoFit/>
          </a:bodyPr>
          <a:lstStyle>
            <a:lvl1pPr>
              <a:defRPr kumimoji="0" lang="en-US" sz="11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role/ title</a:t>
            </a:r>
          </a:p>
        </p:txBody>
      </p:sp>
      <p:sp>
        <p:nvSpPr>
          <p:cNvPr id="22" name="Picture Placeholder 21">
            <a:extLst>
              <a:ext uri="{FF2B5EF4-FFF2-40B4-BE49-F238E27FC236}">
                <a16:creationId xmlns:a16="http://schemas.microsoft.com/office/drawing/2014/main" id="{122C466E-C143-1ACE-5919-0AAF2C6C778F}"/>
              </a:ext>
            </a:extLst>
          </p:cNvPr>
          <p:cNvSpPr>
            <a:spLocks noGrp="1"/>
          </p:cNvSpPr>
          <p:nvPr>
            <p:ph type="pic" sz="quarter" idx="11" hasCustomPrompt="1"/>
          </p:nvPr>
        </p:nvSpPr>
        <p:spPr>
          <a:xfrm>
            <a:off x="752160" y="4380157"/>
            <a:ext cx="954296" cy="954296"/>
          </a:xfrm>
          <a:prstGeom prst="roundRect">
            <a:avLst>
              <a:gd name="adj" fmla="val 10179"/>
            </a:avLst>
          </a:prstGeom>
        </p:spPr>
        <p:txBody>
          <a:bodyPr anchor="ctr" anchorCtr="0">
            <a:noAutofit/>
          </a:bodyPr>
          <a:lstStyle>
            <a:lvl1pPr marL="0" indent="0" algn="ctr">
              <a:buNone/>
              <a:defRPr sz="1100">
                <a:solidFill>
                  <a:schemeClr val="bg1"/>
                </a:solidFill>
              </a:defRPr>
            </a:lvl1pPr>
          </a:lstStyle>
          <a:p>
            <a:r>
              <a:rPr lang="en-GB"/>
              <a:t>Add speaker image</a:t>
            </a:r>
          </a:p>
        </p:txBody>
      </p:sp>
      <p:pic>
        <p:nvPicPr>
          <p:cNvPr id="3" name="Picture 2">
            <a:extLst>
              <a:ext uri="{FF2B5EF4-FFF2-40B4-BE49-F238E27FC236}">
                <a16:creationId xmlns:a16="http://schemas.microsoft.com/office/drawing/2014/main" id="{4D8627F8-D5DC-4319-E9F0-B583DF49597A}"/>
              </a:ext>
            </a:extLst>
          </p:cNvPr>
          <p:cNvPicPr>
            <a:picLocks noChangeAspect="1"/>
          </p:cNvPicPr>
          <p:nvPr userDrawn="1"/>
        </p:nvPicPr>
        <p:blipFill>
          <a:blip r:embed="rId5" cstate="hqprint">
            <a:extLst>
              <a:ext uri="{28A0092B-C50C-407E-A947-70E740481C1C}">
                <a14:useLocalDpi xmlns:a14="http://schemas.microsoft.com/office/drawing/2010/main"/>
              </a:ext>
            </a:extLst>
          </a:blip>
          <a:srcRect l="8" r="8"/>
          <a:stretch/>
        </p:blipFill>
        <p:spPr>
          <a:xfrm>
            <a:off x="230843" y="331816"/>
            <a:ext cx="3728028" cy="1233264"/>
          </a:xfrm>
          <a:prstGeom prst="rect">
            <a:avLst/>
          </a:prstGeom>
        </p:spPr>
      </p:pic>
    </p:spTree>
    <p:extLst>
      <p:ext uri="{BB962C8B-B14F-4D97-AF65-F5344CB8AC3E}">
        <p14:creationId xmlns:p14="http://schemas.microsoft.com/office/powerpoint/2010/main" val="4020518183"/>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3 Sess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A blue and green curved object&#10;&#10;Description automatically generated">
            <a:extLst>
              <a:ext uri="{FF2B5EF4-FFF2-40B4-BE49-F238E27FC236}">
                <a16:creationId xmlns:a16="http://schemas.microsoft.com/office/drawing/2014/main" id="{4130102C-F6DB-B17F-A3E3-A39464815733}"/>
              </a:ext>
            </a:extLst>
          </p:cNvPr>
          <p:cNvPicPr>
            <a:picLocks noChangeAspect="1"/>
          </p:cNvPicPr>
          <p:nvPr userDrawn="1"/>
        </p:nvPicPr>
        <p:blipFill>
          <a:blip r:embed="rId3">
            <a:extLst>
              <a:ext uri="{BEBA8EAE-BF5A-486C-A8C5-ECC9F3942E4B}">
                <a14:imgProps xmlns:a14="http://schemas.microsoft.com/office/drawing/2010/main">
                  <a14:imgLayer r:embed="rId4">
                    <a14:imgEffect>
                      <a14:artisticBlur radius="60"/>
                    </a14:imgEffect>
                  </a14:imgLayer>
                </a14:imgProps>
              </a:ex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6B92EBA-31A5-AF71-1D69-5B223CACAB15}"/>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6" name="Rectangle: Rounded Corners 5">
            <a:extLst>
              <a:ext uri="{FF2B5EF4-FFF2-40B4-BE49-F238E27FC236}">
                <a16:creationId xmlns:a16="http://schemas.microsoft.com/office/drawing/2014/main" id="{9619D37F-A4A5-EB65-3C61-21332240AED4}"/>
              </a:ext>
            </a:extLst>
          </p:cNvPr>
          <p:cNvSpPr/>
          <p:nvPr userDrawn="1"/>
        </p:nvSpPr>
        <p:spPr bwMode="auto">
          <a:xfrm rot="16200000">
            <a:off x="2985375" y="-2422713"/>
            <a:ext cx="6194362" cy="11703424"/>
          </a:xfrm>
          <a:prstGeom prst="roundRect">
            <a:avLst>
              <a:gd name="adj" fmla="val 2616"/>
            </a:avLst>
          </a:prstGeom>
          <a:gradFill flip="none" rotWithShape="1">
            <a:gsLst>
              <a:gs pos="100000">
                <a:schemeClr val="accent2"/>
              </a:gs>
              <a:gs pos="23000">
                <a:srgbClr val="091F2C">
                  <a:alpha val="30000"/>
                </a:srgbClr>
              </a:gs>
            </a:gsLst>
            <a:path path="circle">
              <a:fillToRect t="100000" r="100000"/>
            </a:path>
            <a:tileRect l="-100000" b="-100000"/>
          </a:gradFill>
          <a:ln>
            <a:noFill/>
            <a:headEnd type="none" w="med" len="med"/>
            <a:tailEnd type="none" w="med" len="med"/>
          </a:ln>
          <a:effectLst>
            <a:outerShdw blurRad="266700" algn="ctr" rotWithShape="0">
              <a:schemeClr val="accent2">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useBgFill="1">
        <p:nvSpPr>
          <p:cNvPr id="4" name="Rectangle: Top Corners Rounded 3">
            <a:extLst>
              <a:ext uri="{FF2B5EF4-FFF2-40B4-BE49-F238E27FC236}">
                <a16:creationId xmlns:a16="http://schemas.microsoft.com/office/drawing/2014/main" id="{1CC3CF95-FE3F-B45C-D9CA-92A25805EE11}"/>
              </a:ext>
            </a:extLst>
          </p:cNvPr>
          <p:cNvSpPr/>
          <p:nvPr userDrawn="1"/>
        </p:nvSpPr>
        <p:spPr bwMode="auto">
          <a:xfrm rot="5400000">
            <a:off x="5835204" y="427116"/>
            <a:ext cx="6194362" cy="6003766"/>
          </a:xfrm>
          <a:prstGeom prst="round2SameRect">
            <a:avLst>
              <a:gd name="adj1" fmla="val 1825"/>
              <a:gd name="adj2" fmla="val 0"/>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pic>
        <p:nvPicPr>
          <p:cNvPr id="8" name="Picture 7">
            <a:extLst>
              <a:ext uri="{FF2B5EF4-FFF2-40B4-BE49-F238E27FC236}">
                <a16:creationId xmlns:a16="http://schemas.microsoft.com/office/drawing/2014/main" id="{D8CEBC85-0049-0914-0672-55C6E854274D}"/>
              </a:ext>
            </a:extLst>
          </p:cNvPr>
          <p:cNvPicPr>
            <a:picLocks noChangeAspect="1"/>
          </p:cNvPicPr>
          <p:nvPr userDrawn="1"/>
        </p:nvPicPr>
        <p:blipFill>
          <a:blip r:embed="rId5" cstate="hqprint">
            <a:extLst>
              <a:ext uri="{28A0092B-C50C-407E-A947-70E740481C1C}">
                <a14:useLocalDpi xmlns:a14="http://schemas.microsoft.com/office/drawing/2010/main"/>
              </a:ext>
            </a:extLst>
          </a:blip>
          <a:srcRect l="8" r="8"/>
          <a:stretch/>
        </p:blipFill>
        <p:spPr>
          <a:xfrm>
            <a:off x="230843" y="331816"/>
            <a:ext cx="3728028" cy="1233264"/>
          </a:xfrm>
          <a:prstGeom prst="rect">
            <a:avLst/>
          </a:prstGeom>
        </p:spPr>
      </p:pic>
      <p:sp>
        <p:nvSpPr>
          <p:cNvPr id="9" name="Title 13">
            <a:extLst>
              <a:ext uri="{FF2B5EF4-FFF2-40B4-BE49-F238E27FC236}">
                <a16:creationId xmlns:a16="http://schemas.microsoft.com/office/drawing/2014/main" id="{550159F9-2F3D-D4F4-5BE8-E72231BDBCBB}"/>
              </a:ext>
            </a:extLst>
          </p:cNvPr>
          <p:cNvSpPr>
            <a:spLocks noGrp="1"/>
          </p:cNvSpPr>
          <p:nvPr>
            <p:ph type="title" hasCustomPrompt="1"/>
          </p:nvPr>
        </p:nvSpPr>
        <p:spPr>
          <a:xfrm>
            <a:off x="632460" y="2514082"/>
            <a:ext cx="4059079" cy="1292662"/>
          </a:xfrm>
          <a:noFill/>
        </p:spPr>
        <p:txBody>
          <a:bodyPr wrap="square" lIns="0" tIns="0" rIns="0" bIns="0" rtlCol="0">
            <a:noAutofit/>
          </a:bodyPr>
          <a:lstStyle>
            <a:lvl1pPr>
              <a:defRPr kumimoji="0" lang="en-GB" sz="2800" i="0" u="none" strike="noStrike" spc="0" normalizeH="0" dirty="0">
                <a:ln>
                  <a:noFill/>
                </a:ln>
                <a:solidFill>
                  <a:srgbClr val="FFFFFF"/>
                </a:solidFill>
                <a:uLnTx/>
                <a:uFillTx/>
                <a:latin typeface="Segoe Sans Text Semibold"/>
                <a:cs typeface="+mn-cs"/>
              </a:defRPr>
            </a:lvl1pPr>
          </a:lstStyle>
          <a:p>
            <a:pPr marL="0" marR="0" lvl="0" indent="0" defTabSz="914367" fontAlgn="auto">
              <a:spcBef>
                <a:spcPts val="0"/>
              </a:spcBef>
              <a:spcAft>
                <a:spcPts val="0"/>
              </a:spcAft>
              <a:buClrTx/>
              <a:buSzTx/>
              <a:buFontTx/>
              <a:tabLst/>
            </a:pPr>
            <a:r>
              <a:rPr lang="en-US"/>
              <a:t>Click to edit</a:t>
            </a:r>
            <a:br>
              <a:rPr lang="en-US"/>
            </a:br>
            <a:r>
              <a:rPr lang="en-US"/>
              <a:t>session title up to</a:t>
            </a:r>
            <a:br>
              <a:rPr lang="en-US"/>
            </a:br>
            <a:r>
              <a:rPr lang="en-US"/>
              <a:t>three lines</a:t>
            </a:r>
            <a:endParaRPr lang="en-GB"/>
          </a:p>
        </p:txBody>
      </p:sp>
      <p:sp>
        <p:nvSpPr>
          <p:cNvPr id="43" name="Rectangle: Rounded Corners 42">
            <a:extLst>
              <a:ext uri="{FF2B5EF4-FFF2-40B4-BE49-F238E27FC236}">
                <a16:creationId xmlns:a16="http://schemas.microsoft.com/office/drawing/2014/main" id="{2D30EFC5-5E19-4EDF-5193-B7717668135F}"/>
              </a:ext>
            </a:extLst>
          </p:cNvPr>
          <p:cNvSpPr>
            <a:spLocks/>
          </p:cNvSpPr>
          <p:nvPr userDrawn="1"/>
        </p:nvSpPr>
        <p:spPr bwMode="auto">
          <a:xfrm>
            <a:off x="632460" y="4755747"/>
            <a:ext cx="2457154" cy="1110678"/>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44" name="Rectangle: Rounded Corners 43">
            <a:extLst>
              <a:ext uri="{FF2B5EF4-FFF2-40B4-BE49-F238E27FC236}">
                <a16:creationId xmlns:a16="http://schemas.microsoft.com/office/drawing/2014/main" id="{673B5A1B-A0F3-BE18-0EA7-17538CE9ED6D}"/>
              </a:ext>
            </a:extLst>
          </p:cNvPr>
          <p:cNvSpPr>
            <a:spLocks/>
          </p:cNvSpPr>
          <p:nvPr userDrawn="1"/>
        </p:nvSpPr>
        <p:spPr bwMode="auto">
          <a:xfrm>
            <a:off x="3215614" y="4755747"/>
            <a:ext cx="2457154" cy="1110678"/>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grpSp>
        <p:nvGrpSpPr>
          <p:cNvPr id="16" name="Group 15">
            <a:extLst>
              <a:ext uri="{FF2B5EF4-FFF2-40B4-BE49-F238E27FC236}">
                <a16:creationId xmlns:a16="http://schemas.microsoft.com/office/drawing/2014/main" id="{DF2EF07E-12BF-641D-451C-8DA7028664C5}"/>
              </a:ext>
            </a:extLst>
          </p:cNvPr>
          <p:cNvGrpSpPr/>
          <p:nvPr userDrawn="1"/>
        </p:nvGrpSpPr>
        <p:grpSpPr>
          <a:xfrm>
            <a:off x="706333" y="4833938"/>
            <a:ext cx="954296" cy="954296"/>
            <a:chOff x="1261672" y="4833938"/>
            <a:chExt cx="954296" cy="954296"/>
          </a:xfrm>
        </p:grpSpPr>
        <p:sp>
          <p:nvSpPr>
            <p:cNvPr id="12" name="Rectangle: Rounded Corners 11">
              <a:extLst>
                <a:ext uri="{FF2B5EF4-FFF2-40B4-BE49-F238E27FC236}">
                  <a16:creationId xmlns:a16="http://schemas.microsoft.com/office/drawing/2014/main" id="{E3AF39C7-1B5B-42FC-90FD-2B9A2590A817}"/>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mn-ea"/>
                <a:cs typeface="Segoe Sans Text" pitchFamily="2" charset="0"/>
              </a:endParaRPr>
            </a:p>
          </p:txBody>
        </p:sp>
        <p:sp>
          <p:nvSpPr>
            <p:cNvPr id="15" name="Rectangle: Rounded Corners 14">
              <a:extLst>
                <a:ext uri="{FF2B5EF4-FFF2-40B4-BE49-F238E27FC236}">
                  <a16:creationId xmlns:a16="http://schemas.microsoft.com/office/drawing/2014/main" id="{D6A60279-164C-A5E9-5744-CA0EA4D5E948}"/>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grpSp>
      <p:sp>
        <p:nvSpPr>
          <p:cNvPr id="17" name="Content Placeholder 2">
            <a:extLst>
              <a:ext uri="{FF2B5EF4-FFF2-40B4-BE49-F238E27FC236}">
                <a16:creationId xmlns:a16="http://schemas.microsoft.com/office/drawing/2014/main" id="{10F78AE8-B5D4-9038-FBC2-D4A8C000CB48}"/>
              </a:ext>
            </a:extLst>
          </p:cNvPr>
          <p:cNvSpPr>
            <a:spLocks noGrp="1"/>
          </p:cNvSpPr>
          <p:nvPr>
            <p:ph idx="1" hasCustomPrompt="1"/>
          </p:nvPr>
        </p:nvSpPr>
        <p:spPr>
          <a:xfrm>
            <a:off x="1734502" y="4924885"/>
            <a:ext cx="1280161" cy="430887"/>
          </a:xfrm>
          <a:prstGeom prst="rect">
            <a:avLst/>
          </a:prstGeom>
          <a:noFill/>
        </p:spPr>
        <p:txBody>
          <a:bodyPr wrap="square">
            <a:noAutofit/>
          </a:bodyPr>
          <a:lstStyle>
            <a:lvl1pPr marL="0" indent="0" algn="l">
              <a:buNone/>
              <a:defRPr kumimoji="0" lang="en-US" sz="1400" b="0" i="0" u="none" strike="noStrike" cap="none" spc="-48" normalizeH="0" dirty="0">
                <a:ln w="3175">
                  <a:noFill/>
                </a:ln>
                <a:solidFill>
                  <a:srgbClr val="8DC8E8"/>
                </a:solidFill>
                <a:effectLst/>
                <a:uLnTx/>
                <a:uFillTx/>
                <a:latin typeface="Segoe Sans Text Semibold"/>
                <a:cs typeface="+mn-cs"/>
              </a:defRPr>
            </a:lvl1pPr>
          </a:lstStyle>
          <a:p>
            <a:pPr marL="0" lvl="0" defTabSz="914400"/>
            <a:r>
              <a:rPr lang="en-US"/>
              <a:t>Click to edit</a:t>
            </a:r>
            <a:br>
              <a:rPr lang="en-US"/>
            </a:br>
            <a:r>
              <a:rPr lang="en-US"/>
              <a:t>Presenter name</a:t>
            </a:r>
          </a:p>
        </p:txBody>
      </p:sp>
      <p:sp>
        <p:nvSpPr>
          <p:cNvPr id="18" name="Content Placeholder 2">
            <a:extLst>
              <a:ext uri="{FF2B5EF4-FFF2-40B4-BE49-F238E27FC236}">
                <a16:creationId xmlns:a16="http://schemas.microsoft.com/office/drawing/2014/main" id="{FF07C86F-3B7D-6CD6-B8F8-EED7227BF4B6}"/>
              </a:ext>
            </a:extLst>
          </p:cNvPr>
          <p:cNvSpPr>
            <a:spLocks noGrp="1"/>
          </p:cNvSpPr>
          <p:nvPr>
            <p:ph idx="10" hasCustomPrompt="1"/>
          </p:nvPr>
        </p:nvSpPr>
        <p:spPr>
          <a:xfrm>
            <a:off x="1734502" y="5425686"/>
            <a:ext cx="1280161" cy="362548"/>
          </a:xfrm>
          <a:prstGeom prst="rect">
            <a:avLst/>
          </a:prstGeom>
        </p:spPr>
        <p:txBody>
          <a:bodyPr wrap="square" lIns="0" tIns="0" rIns="0" bIns="0" anchor="t" anchorCtr="0">
            <a:noAutofit/>
          </a:bodyPr>
          <a:lstStyle>
            <a:lvl1pPr>
              <a:defRPr kumimoji="0" lang="en-US" sz="10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role/ title</a:t>
            </a:r>
          </a:p>
        </p:txBody>
      </p:sp>
      <p:grpSp>
        <p:nvGrpSpPr>
          <p:cNvPr id="36" name="Group 35">
            <a:extLst>
              <a:ext uri="{FF2B5EF4-FFF2-40B4-BE49-F238E27FC236}">
                <a16:creationId xmlns:a16="http://schemas.microsoft.com/office/drawing/2014/main" id="{72546FBC-3F36-520B-1ECA-257DF25FF538}"/>
              </a:ext>
            </a:extLst>
          </p:cNvPr>
          <p:cNvGrpSpPr/>
          <p:nvPr userDrawn="1"/>
        </p:nvGrpSpPr>
        <p:grpSpPr>
          <a:xfrm>
            <a:off x="3286686" y="4833938"/>
            <a:ext cx="954296" cy="954296"/>
            <a:chOff x="1261672" y="4833938"/>
            <a:chExt cx="954296" cy="954296"/>
          </a:xfrm>
        </p:grpSpPr>
        <p:sp>
          <p:nvSpPr>
            <p:cNvPr id="37" name="Rectangle: Rounded Corners 36">
              <a:extLst>
                <a:ext uri="{FF2B5EF4-FFF2-40B4-BE49-F238E27FC236}">
                  <a16:creationId xmlns:a16="http://schemas.microsoft.com/office/drawing/2014/main" id="{BEA83281-843E-3E20-7CA3-E2A14ECF2C26}"/>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mn-ea"/>
                <a:cs typeface="Segoe Sans Text" pitchFamily="2" charset="0"/>
              </a:endParaRPr>
            </a:p>
          </p:txBody>
        </p:sp>
        <p:sp>
          <p:nvSpPr>
            <p:cNvPr id="38" name="Rectangle: Rounded Corners 37">
              <a:extLst>
                <a:ext uri="{FF2B5EF4-FFF2-40B4-BE49-F238E27FC236}">
                  <a16:creationId xmlns:a16="http://schemas.microsoft.com/office/drawing/2014/main" id="{307D2A7D-2F95-F3FC-ADD9-587BE1966E3D}"/>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grpSp>
      <p:sp>
        <p:nvSpPr>
          <p:cNvPr id="39" name="Content Placeholder 2">
            <a:extLst>
              <a:ext uri="{FF2B5EF4-FFF2-40B4-BE49-F238E27FC236}">
                <a16:creationId xmlns:a16="http://schemas.microsoft.com/office/drawing/2014/main" id="{8D31C110-B68A-D7CF-6CE4-301F56942378}"/>
              </a:ext>
            </a:extLst>
          </p:cNvPr>
          <p:cNvSpPr>
            <a:spLocks noGrp="1"/>
          </p:cNvSpPr>
          <p:nvPr>
            <p:ph idx="11" hasCustomPrompt="1"/>
          </p:nvPr>
        </p:nvSpPr>
        <p:spPr>
          <a:xfrm>
            <a:off x="4314855" y="4924885"/>
            <a:ext cx="1280161" cy="430887"/>
          </a:xfrm>
          <a:prstGeom prst="rect">
            <a:avLst/>
          </a:prstGeom>
          <a:noFill/>
        </p:spPr>
        <p:txBody>
          <a:bodyPr wrap="square">
            <a:noAutofit/>
          </a:bodyPr>
          <a:lstStyle>
            <a:lvl1pPr marL="0" indent="0" algn="l">
              <a:buNone/>
              <a:defRPr kumimoji="0" lang="en-US" sz="1400" b="0" i="0" u="none" strike="noStrike" cap="none" spc="-48" normalizeH="0" dirty="0">
                <a:ln w="3175">
                  <a:noFill/>
                </a:ln>
                <a:solidFill>
                  <a:srgbClr val="8DC8E8"/>
                </a:solidFill>
                <a:effectLst/>
                <a:uLnTx/>
                <a:uFillTx/>
                <a:latin typeface="Segoe Sans Text Semibold"/>
                <a:cs typeface="+mn-cs"/>
              </a:defRPr>
            </a:lvl1pPr>
          </a:lstStyle>
          <a:p>
            <a:pPr marL="0" lvl="0" defTabSz="914400"/>
            <a:r>
              <a:rPr lang="en-US"/>
              <a:t>Click to edit</a:t>
            </a:r>
            <a:br>
              <a:rPr lang="en-US"/>
            </a:br>
            <a:r>
              <a:rPr lang="en-US"/>
              <a:t>Presenter name</a:t>
            </a:r>
          </a:p>
        </p:txBody>
      </p:sp>
      <p:sp>
        <p:nvSpPr>
          <p:cNvPr id="40" name="Content Placeholder 2">
            <a:extLst>
              <a:ext uri="{FF2B5EF4-FFF2-40B4-BE49-F238E27FC236}">
                <a16:creationId xmlns:a16="http://schemas.microsoft.com/office/drawing/2014/main" id="{F97CD0CE-84FE-FB45-4C94-77D3ED56FFA8}"/>
              </a:ext>
            </a:extLst>
          </p:cNvPr>
          <p:cNvSpPr>
            <a:spLocks noGrp="1"/>
          </p:cNvSpPr>
          <p:nvPr>
            <p:ph idx="12" hasCustomPrompt="1"/>
          </p:nvPr>
        </p:nvSpPr>
        <p:spPr>
          <a:xfrm>
            <a:off x="4314855" y="5425686"/>
            <a:ext cx="1280161" cy="362548"/>
          </a:xfrm>
          <a:prstGeom prst="rect">
            <a:avLst/>
          </a:prstGeom>
        </p:spPr>
        <p:txBody>
          <a:bodyPr wrap="square" lIns="0" tIns="0" rIns="0" bIns="0" anchor="t" anchorCtr="0">
            <a:noAutofit/>
          </a:bodyPr>
          <a:lstStyle>
            <a:lvl1pPr>
              <a:defRPr kumimoji="0" lang="en-US" sz="10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role/ title</a:t>
            </a:r>
          </a:p>
        </p:txBody>
      </p:sp>
      <p:sp>
        <p:nvSpPr>
          <p:cNvPr id="41" name="Picture Placeholder 21">
            <a:extLst>
              <a:ext uri="{FF2B5EF4-FFF2-40B4-BE49-F238E27FC236}">
                <a16:creationId xmlns:a16="http://schemas.microsoft.com/office/drawing/2014/main" id="{A2292B56-09CA-CACB-494F-A246B9E354F0}"/>
              </a:ext>
            </a:extLst>
          </p:cNvPr>
          <p:cNvSpPr>
            <a:spLocks noGrp="1"/>
          </p:cNvSpPr>
          <p:nvPr>
            <p:ph type="pic" sz="quarter" idx="13" hasCustomPrompt="1"/>
          </p:nvPr>
        </p:nvSpPr>
        <p:spPr>
          <a:xfrm>
            <a:off x="706333" y="4833938"/>
            <a:ext cx="954296" cy="954296"/>
          </a:xfrm>
          <a:prstGeom prst="roundRect">
            <a:avLst>
              <a:gd name="adj" fmla="val 10179"/>
            </a:avLst>
          </a:prstGeom>
        </p:spPr>
        <p:txBody>
          <a:bodyPr anchor="ctr" anchorCtr="0">
            <a:noAutofit/>
          </a:bodyPr>
          <a:lstStyle>
            <a:lvl1pPr marL="0" indent="0" algn="ctr">
              <a:buNone/>
              <a:defRPr sz="1100">
                <a:solidFill>
                  <a:schemeClr val="bg1"/>
                </a:solidFill>
              </a:defRPr>
            </a:lvl1pPr>
          </a:lstStyle>
          <a:p>
            <a:r>
              <a:rPr lang="en-GB"/>
              <a:t>Add speaker image</a:t>
            </a:r>
          </a:p>
        </p:txBody>
      </p:sp>
      <p:sp>
        <p:nvSpPr>
          <p:cNvPr id="42" name="Picture Placeholder 21">
            <a:extLst>
              <a:ext uri="{FF2B5EF4-FFF2-40B4-BE49-F238E27FC236}">
                <a16:creationId xmlns:a16="http://schemas.microsoft.com/office/drawing/2014/main" id="{E1D0A3BF-33B8-8D9A-C253-23BA3AE1733F}"/>
              </a:ext>
            </a:extLst>
          </p:cNvPr>
          <p:cNvSpPr>
            <a:spLocks noGrp="1"/>
          </p:cNvSpPr>
          <p:nvPr>
            <p:ph type="pic" sz="quarter" idx="14" hasCustomPrompt="1"/>
          </p:nvPr>
        </p:nvSpPr>
        <p:spPr>
          <a:xfrm>
            <a:off x="3286686" y="4833938"/>
            <a:ext cx="954296" cy="954296"/>
          </a:xfrm>
          <a:prstGeom prst="roundRect">
            <a:avLst>
              <a:gd name="adj" fmla="val 10179"/>
            </a:avLst>
          </a:prstGeom>
        </p:spPr>
        <p:txBody>
          <a:bodyPr anchor="ctr" anchorCtr="0">
            <a:noAutofit/>
          </a:bodyPr>
          <a:lstStyle>
            <a:lvl1pPr marL="0" indent="0" algn="ctr">
              <a:buNone/>
              <a:defRPr sz="1100">
                <a:solidFill>
                  <a:schemeClr val="bg1"/>
                </a:solidFill>
              </a:defRPr>
            </a:lvl1pPr>
          </a:lstStyle>
          <a:p>
            <a:r>
              <a:rPr lang="en-GB"/>
              <a:t>Add speaker image</a:t>
            </a:r>
          </a:p>
        </p:txBody>
      </p:sp>
    </p:spTree>
    <p:extLst>
      <p:ext uri="{BB962C8B-B14F-4D97-AF65-F5344CB8AC3E}">
        <p14:creationId xmlns:p14="http://schemas.microsoft.com/office/powerpoint/2010/main" val="1782990585"/>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1 Sta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18" descr="A blue and green background with a curved piece of paper&#10;&#10;Description automatically generated">
            <a:extLst>
              <a:ext uri="{FF2B5EF4-FFF2-40B4-BE49-F238E27FC236}">
                <a16:creationId xmlns:a16="http://schemas.microsoft.com/office/drawing/2014/main" id="{56FFFD04-874D-7EEC-2D9B-4629FDDFAC53}"/>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Picture 2" hidden="1">
            <a:extLst>
              <a:ext uri="{FF2B5EF4-FFF2-40B4-BE49-F238E27FC236}">
                <a16:creationId xmlns:a16="http://schemas.microsoft.com/office/drawing/2014/main" id="{724A89F4-06BC-05C7-E624-3AD486724073}"/>
              </a:ext>
            </a:extLst>
          </p:cNvPr>
          <p:cNvPicPr>
            <a:picLocks noChangeAspect="1"/>
          </p:cNvPicPr>
          <p:nvPr userDrawn="1"/>
        </p:nvPicPr>
        <p:blipFill>
          <a:blip r:embed="rId4"/>
          <a:srcRect l="6" r="6"/>
          <a:stretch/>
        </p:blipFill>
        <p:spPr>
          <a:xfrm>
            <a:off x="0" y="959"/>
            <a:ext cx="12190515" cy="6856081"/>
          </a:xfrm>
          <a:prstGeom prst="rect">
            <a:avLst/>
          </a:prstGeom>
        </p:spPr>
      </p:pic>
      <p:sp>
        <p:nvSpPr>
          <p:cNvPr id="2" name="Rectangle 1" hidden="1">
            <a:extLst>
              <a:ext uri="{FF2B5EF4-FFF2-40B4-BE49-F238E27FC236}">
                <a16:creationId xmlns:a16="http://schemas.microsoft.com/office/drawing/2014/main" id="{0E0E72C2-9BD2-5AD9-B9CA-4BBC87DE030C}"/>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useBgFill="1">
        <p:nvSpPr>
          <p:cNvPr id="4" name="Rectangle: Rounded Corners 3">
            <a:extLst>
              <a:ext uri="{FF2B5EF4-FFF2-40B4-BE49-F238E27FC236}">
                <a16:creationId xmlns:a16="http://schemas.microsoft.com/office/drawing/2014/main" id="{1CC3CF95-FE3F-B45C-D9CA-92A25805EE11}"/>
              </a:ext>
            </a:extLst>
          </p:cNvPr>
          <p:cNvSpPr/>
          <p:nvPr userDrawn="1"/>
        </p:nvSpPr>
        <p:spPr bwMode="auto">
          <a:xfrm>
            <a:off x="230841" y="229394"/>
            <a:ext cx="11730318" cy="6399212"/>
          </a:xfrm>
          <a:prstGeom prst="roundRect">
            <a:avLst>
              <a:gd name="adj" fmla="val 2410"/>
            </a:avLst>
          </a:prstGeom>
          <a:ln>
            <a:noFill/>
            <a:headEnd type="none" w="med" len="med"/>
            <a:tailEnd type="none" w="med" len="med"/>
          </a:ln>
          <a:effectLst>
            <a:outerShdw blurRad="203200" algn="ctr" rotWithShape="0">
              <a:prstClr val="black">
                <a:alpha val="4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5" name="Rectangle: Rounded Corners 4">
            <a:extLst>
              <a:ext uri="{FF2B5EF4-FFF2-40B4-BE49-F238E27FC236}">
                <a16:creationId xmlns:a16="http://schemas.microsoft.com/office/drawing/2014/main" id="{45EB6F0F-15F3-B550-08B5-D31FDADC2D88}"/>
              </a:ext>
            </a:extLst>
          </p:cNvPr>
          <p:cNvSpPr/>
          <p:nvPr userDrawn="1"/>
        </p:nvSpPr>
        <p:spPr bwMode="auto">
          <a:xfrm>
            <a:off x="230841" y="229394"/>
            <a:ext cx="11730318" cy="6399212"/>
          </a:xfrm>
          <a:prstGeom prst="roundRect">
            <a:avLst>
              <a:gd name="adj" fmla="val 2410"/>
            </a:avLst>
          </a:prstGeom>
          <a:gradFill>
            <a:gsLst>
              <a:gs pos="100000">
                <a:srgbClr val="091F2C"/>
              </a:gs>
              <a:gs pos="0">
                <a:schemeClr val="accent2">
                  <a:alpha val="44000"/>
                </a:schemeClr>
              </a:gs>
            </a:gsLst>
            <a:path path="circle">
              <a:fillToRect l="50000" t="50000" r="50000" b="5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6" name="Rectangle 5">
            <a:extLst>
              <a:ext uri="{FF2B5EF4-FFF2-40B4-BE49-F238E27FC236}">
                <a16:creationId xmlns:a16="http://schemas.microsoft.com/office/drawing/2014/main" id="{836622C5-62C6-BF0C-1AAB-689F343DF758}"/>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4" name="Title 13">
            <a:extLst>
              <a:ext uri="{FF2B5EF4-FFF2-40B4-BE49-F238E27FC236}">
                <a16:creationId xmlns:a16="http://schemas.microsoft.com/office/drawing/2014/main" id="{E6F5F079-BC6A-2F8A-3765-785292E0BBD1}"/>
              </a:ext>
            </a:extLst>
          </p:cNvPr>
          <p:cNvSpPr>
            <a:spLocks noGrp="1"/>
          </p:cNvSpPr>
          <p:nvPr>
            <p:ph type="title" hasCustomPrompt="1"/>
          </p:nvPr>
        </p:nvSpPr>
        <p:spPr>
          <a:xfrm>
            <a:off x="588263" y="593724"/>
            <a:ext cx="11018520" cy="501831"/>
          </a:xfrm>
          <a:noFill/>
        </p:spPr>
        <p:txBody>
          <a:bodyPr wrap="square" lIns="0" tIns="0" rIns="0" bIns="0" rtlCol="0">
            <a:noAutofit/>
          </a:bodyPr>
          <a:lstStyle>
            <a:lvl1pPr>
              <a:defRPr kumimoji="0" lang="en-GB" sz="3200" i="0" u="none" strike="noStrike" spc="0" normalizeH="0" dirty="0">
                <a:ln>
                  <a:noFill/>
                </a:ln>
                <a:solidFill>
                  <a:srgbClr val="FFFFFF"/>
                </a:solidFill>
                <a:uLnTx/>
                <a:uFillTx/>
                <a:latin typeface="Segoe Sans Text Semibold"/>
                <a:cs typeface="+mn-cs"/>
              </a:defRPr>
            </a:lvl1pPr>
          </a:lstStyle>
          <a:p>
            <a:pPr marL="0" marR="0" lvl="0" indent="0" defTabSz="914367" fontAlgn="auto">
              <a:spcBef>
                <a:spcPts val="0"/>
              </a:spcBef>
              <a:spcAft>
                <a:spcPts val="0"/>
              </a:spcAft>
              <a:buClrTx/>
              <a:buSzTx/>
              <a:buFontTx/>
              <a:tabLst/>
            </a:pPr>
            <a:r>
              <a:rPr lang="en-US"/>
              <a:t>Click to edit title</a:t>
            </a:r>
            <a:endParaRPr lang="en-GB"/>
          </a:p>
        </p:txBody>
      </p:sp>
    </p:spTree>
    <p:extLst>
      <p:ext uri="{BB962C8B-B14F-4D97-AF65-F5344CB8AC3E}">
        <p14:creationId xmlns:p14="http://schemas.microsoft.com/office/powerpoint/2010/main" val="2811847269"/>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2 Sta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18" descr="A blue and green background with a curved piece of paper&#10;&#10;Description automatically generated">
            <a:extLst>
              <a:ext uri="{FF2B5EF4-FFF2-40B4-BE49-F238E27FC236}">
                <a16:creationId xmlns:a16="http://schemas.microsoft.com/office/drawing/2014/main" id="{56FFFD04-874D-7EEC-2D9B-4629FDDFAC53}"/>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9" name="Rectangle 28">
            <a:extLst>
              <a:ext uri="{FF2B5EF4-FFF2-40B4-BE49-F238E27FC236}">
                <a16:creationId xmlns:a16="http://schemas.microsoft.com/office/drawing/2014/main" id="{816723BF-C6C2-33DE-DC80-285D68135179}"/>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pic>
        <p:nvPicPr>
          <p:cNvPr id="3" name="Picture 2" hidden="1">
            <a:extLst>
              <a:ext uri="{FF2B5EF4-FFF2-40B4-BE49-F238E27FC236}">
                <a16:creationId xmlns:a16="http://schemas.microsoft.com/office/drawing/2014/main" id="{724A89F4-06BC-05C7-E624-3AD486724073}"/>
              </a:ext>
            </a:extLst>
          </p:cNvPr>
          <p:cNvPicPr>
            <a:picLocks noChangeAspect="1"/>
          </p:cNvPicPr>
          <p:nvPr userDrawn="1"/>
        </p:nvPicPr>
        <p:blipFill>
          <a:blip r:embed="rId4"/>
          <a:srcRect l="6" r="6"/>
          <a:stretch/>
        </p:blipFill>
        <p:spPr>
          <a:xfrm>
            <a:off x="0" y="959"/>
            <a:ext cx="12190515" cy="6856081"/>
          </a:xfrm>
          <a:prstGeom prst="rect">
            <a:avLst/>
          </a:prstGeom>
        </p:spPr>
      </p:pic>
      <p:sp>
        <p:nvSpPr>
          <p:cNvPr id="2" name="Rectangle 1" hidden="1">
            <a:extLst>
              <a:ext uri="{FF2B5EF4-FFF2-40B4-BE49-F238E27FC236}">
                <a16:creationId xmlns:a16="http://schemas.microsoft.com/office/drawing/2014/main" id="{0E0E72C2-9BD2-5AD9-B9CA-4BBC87DE030C}"/>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useBgFill="1">
        <p:nvSpPr>
          <p:cNvPr id="4" name="Rectangle: Rounded Corners 3">
            <a:extLst>
              <a:ext uri="{FF2B5EF4-FFF2-40B4-BE49-F238E27FC236}">
                <a16:creationId xmlns:a16="http://schemas.microsoft.com/office/drawing/2014/main" id="{1CC3CF95-FE3F-B45C-D9CA-92A25805EE11}"/>
              </a:ext>
            </a:extLst>
          </p:cNvPr>
          <p:cNvSpPr/>
          <p:nvPr userDrawn="1"/>
        </p:nvSpPr>
        <p:spPr bwMode="auto">
          <a:xfrm>
            <a:off x="230841" y="229394"/>
            <a:ext cx="11730318" cy="6399212"/>
          </a:xfrm>
          <a:prstGeom prst="roundRect">
            <a:avLst>
              <a:gd name="adj" fmla="val 2410"/>
            </a:avLst>
          </a:prstGeom>
          <a:ln>
            <a:noFill/>
            <a:headEnd type="none" w="med" len="med"/>
            <a:tailEnd type="none" w="med" len="med"/>
          </a:ln>
          <a:effectLst>
            <a:outerShdw blurRad="203200" algn="ctr" rotWithShape="0">
              <a:prstClr val="black">
                <a:alpha val="4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5" name="Rectangle: Rounded Corners 4">
            <a:extLst>
              <a:ext uri="{FF2B5EF4-FFF2-40B4-BE49-F238E27FC236}">
                <a16:creationId xmlns:a16="http://schemas.microsoft.com/office/drawing/2014/main" id="{45EB6F0F-15F3-B550-08B5-D31FDADC2D88}"/>
              </a:ext>
            </a:extLst>
          </p:cNvPr>
          <p:cNvSpPr/>
          <p:nvPr userDrawn="1"/>
        </p:nvSpPr>
        <p:spPr bwMode="auto">
          <a:xfrm>
            <a:off x="230841" y="229394"/>
            <a:ext cx="11730318" cy="6399212"/>
          </a:xfrm>
          <a:prstGeom prst="roundRect">
            <a:avLst>
              <a:gd name="adj" fmla="val 2410"/>
            </a:avLst>
          </a:prstGeom>
          <a:gradFill>
            <a:gsLst>
              <a:gs pos="100000">
                <a:srgbClr val="091F2C"/>
              </a:gs>
              <a:gs pos="0">
                <a:schemeClr val="accent2">
                  <a:alpha val="44000"/>
                </a:schemeClr>
              </a:gs>
            </a:gsLst>
            <a:path path="circle">
              <a:fillToRect l="50000" t="50000" r="50000" b="5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4" name="Title 13">
            <a:extLst>
              <a:ext uri="{FF2B5EF4-FFF2-40B4-BE49-F238E27FC236}">
                <a16:creationId xmlns:a16="http://schemas.microsoft.com/office/drawing/2014/main" id="{E6F5F079-BC6A-2F8A-3765-785292E0BBD1}"/>
              </a:ext>
            </a:extLst>
          </p:cNvPr>
          <p:cNvSpPr>
            <a:spLocks noGrp="1"/>
          </p:cNvSpPr>
          <p:nvPr>
            <p:ph type="title" hasCustomPrompt="1"/>
          </p:nvPr>
        </p:nvSpPr>
        <p:spPr>
          <a:xfrm>
            <a:off x="588263" y="593724"/>
            <a:ext cx="11018520" cy="998539"/>
          </a:xfrm>
          <a:noFill/>
        </p:spPr>
        <p:txBody>
          <a:bodyPr wrap="square" lIns="0" tIns="0" rIns="0" bIns="0" rtlCol="0">
            <a:noAutofit/>
          </a:bodyPr>
          <a:lstStyle>
            <a:lvl1pPr>
              <a:defRPr kumimoji="0" lang="en-GB" sz="3200" i="0" u="none" strike="noStrike" spc="0" normalizeH="0" dirty="0">
                <a:ln>
                  <a:noFill/>
                </a:ln>
                <a:solidFill>
                  <a:srgbClr val="FFFFFF"/>
                </a:solidFill>
                <a:uLnTx/>
                <a:uFillTx/>
                <a:latin typeface="Segoe Sans Text Semibold"/>
                <a:cs typeface="+mn-cs"/>
              </a:defRPr>
            </a:lvl1pPr>
          </a:lstStyle>
          <a:p>
            <a:pPr marL="0" marR="0" lvl="0" indent="0" defTabSz="914367" fontAlgn="auto">
              <a:spcBef>
                <a:spcPts val="0"/>
              </a:spcBef>
              <a:spcAft>
                <a:spcPts val="0"/>
              </a:spcAft>
              <a:buClrTx/>
              <a:buSzTx/>
              <a:buFontTx/>
              <a:tabLst/>
            </a:pPr>
            <a:r>
              <a:rPr lang="en-US"/>
              <a:t>Click to edit title</a:t>
            </a:r>
            <a:endParaRPr lang="en-GB"/>
          </a:p>
        </p:txBody>
      </p:sp>
      <p:sp>
        <p:nvSpPr>
          <p:cNvPr id="6" name="Rectangle: Rounded Corners 5">
            <a:extLst>
              <a:ext uri="{FF2B5EF4-FFF2-40B4-BE49-F238E27FC236}">
                <a16:creationId xmlns:a16="http://schemas.microsoft.com/office/drawing/2014/main" id="{BD34697C-6984-97A4-6323-E484A0859F58}"/>
              </a:ext>
            </a:extLst>
          </p:cNvPr>
          <p:cNvSpPr>
            <a:spLocks/>
          </p:cNvSpPr>
          <p:nvPr userDrawn="1"/>
        </p:nvSpPr>
        <p:spPr bwMode="auto">
          <a:xfrm>
            <a:off x="3364059" y="1952624"/>
            <a:ext cx="2668147" cy="4311651"/>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7" name="Rectangle: Rounded Corners 6">
            <a:extLst>
              <a:ext uri="{FF2B5EF4-FFF2-40B4-BE49-F238E27FC236}">
                <a16:creationId xmlns:a16="http://schemas.microsoft.com/office/drawing/2014/main" id="{FC717E7F-A194-CBD6-CB5D-30B47CC54CF9}"/>
              </a:ext>
            </a:extLst>
          </p:cNvPr>
          <p:cNvSpPr>
            <a:spLocks/>
          </p:cNvSpPr>
          <p:nvPr userDrawn="1"/>
        </p:nvSpPr>
        <p:spPr bwMode="auto">
          <a:xfrm>
            <a:off x="6158206" y="1952624"/>
            <a:ext cx="2668147" cy="4311651"/>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8" name="Rectangle: Rounded Corners 7">
            <a:extLst>
              <a:ext uri="{FF2B5EF4-FFF2-40B4-BE49-F238E27FC236}">
                <a16:creationId xmlns:a16="http://schemas.microsoft.com/office/drawing/2014/main" id="{0F07FB6C-CC80-5470-7BC4-4496CFCF58AE}"/>
              </a:ext>
            </a:extLst>
          </p:cNvPr>
          <p:cNvSpPr>
            <a:spLocks/>
          </p:cNvSpPr>
          <p:nvPr userDrawn="1"/>
        </p:nvSpPr>
        <p:spPr bwMode="auto">
          <a:xfrm>
            <a:off x="8952353" y="1952624"/>
            <a:ext cx="2668147" cy="4311651"/>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9" name="Rectangle: Rounded Corners 8">
            <a:extLst>
              <a:ext uri="{FF2B5EF4-FFF2-40B4-BE49-F238E27FC236}">
                <a16:creationId xmlns:a16="http://schemas.microsoft.com/office/drawing/2014/main" id="{0D8201FC-4B92-4A34-7E5C-2140342B17DD}"/>
              </a:ext>
            </a:extLst>
          </p:cNvPr>
          <p:cNvSpPr>
            <a:spLocks/>
          </p:cNvSpPr>
          <p:nvPr userDrawn="1"/>
        </p:nvSpPr>
        <p:spPr bwMode="auto">
          <a:xfrm>
            <a:off x="569912" y="1952624"/>
            <a:ext cx="2668147" cy="4311651"/>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grpSp>
        <p:nvGrpSpPr>
          <p:cNvPr id="10" name="Group 9">
            <a:extLst>
              <a:ext uri="{FF2B5EF4-FFF2-40B4-BE49-F238E27FC236}">
                <a16:creationId xmlns:a16="http://schemas.microsoft.com/office/drawing/2014/main" id="{B0781E62-9362-000A-C766-062C7AF961EB}"/>
              </a:ext>
            </a:extLst>
          </p:cNvPr>
          <p:cNvGrpSpPr/>
          <p:nvPr userDrawn="1"/>
        </p:nvGrpSpPr>
        <p:grpSpPr>
          <a:xfrm>
            <a:off x="690561" y="2097088"/>
            <a:ext cx="1179134" cy="1176908"/>
            <a:chOff x="1261672" y="4833938"/>
            <a:chExt cx="954296" cy="954296"/>
          </a:xfrm>
        </p:grpSpPr>
        <p:sp>
          <p:nvSpPr>
            <p:cNvPr id="11" name="Rectangle: Rounded Corners 10">
              <a:extLst>
                <a:ext uri="{FF2B5EF4-FFF2-40B4-BE49-F238E27FC236}">
                  <a16:creationId xmlns:a16="http://schemas.microsoft.com/office/drawing/2014/main" id="{0E375957-61CD-70B3-6B1A-702C1D24F564}"/>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12" name="Rectangle: Rounded Corners 11">
              <a:extLst>
                <a:ext uri="{FF2B5EF4-FFF2-40B4-BE49-F238E27FC236}">
                  <a16:creationId xmlns:a16="http://schemas.microsoft.com/office/drawing/2014/main" id="{FCD9EDBF-79F7-CEA6-42C9-C884002BE1ED}"/>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nvGrpSpPr>
          <p:cNvPr id="13" name="Group 12">
            <a:extLst>
              <a:ext uri="{FF2B5EF4-FFF2-40B4-BE49-F238E27FC236}">
                <a16:creationId xmlns:a16="http://schemas.microsoft.com/office/drawing/2014/main" id="{7E1D595D-A137-C07F-0E1B-97B28B575A6E}"/>
              </a:ext>
            </a:extLst>
          </p:cNvPr>
          <p:cNvGrpSpPr/>
          <p:nvPr userDrawn="1"/>
        </p:nvGrpSpPr>
        <p:grpSpPr>
          <a:xfrm>
            <a:off x="3484708" y="2097088"/>
            <a:ext cx="1179134" cy="1176908"/>
            <a:chOff x="1261672" y="4833938"/>
            <a:chExt cx="954296" cy="954296"/>
          </a:xfrm>
        </p:grpSpPr>
        <p:sp>
          <p:nvSpPr>
            <p:cNvPr id="15" name="Rectangle: Rounded Corners 14">
              <a:extLst>
                <a:ext uri="{FF2B5EF4-FFF2-40B4-BE49-F238E27FC236}">
                  <a16:creationId xmlns:a16="http://schemas.microsoft.com/office/drawing/2014/main" id="{4D2C0063-48B3-8F37-51A7-CB4942CEEF39}"/>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17" name="Rectangle: Rounded Corners 16">
              <a:extLst>
                <a:ext uri="{FF2B5EF4-FFF2-40B4-BE49-F238E27FC236}">
                  <a16:creationId xmlns:a16="http://schemas.microsoft.com/office/drawing/2014/main" id="{A9F14434-8BFC-A027-E54F-6437F31954E8}"/>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nvGrpSpPr>
          <p:cNvPr id="18" name="Group 17">
            <a:extLst>
              <a:ext uri="{FF2B5EF4-FFF2-40B4-BE49-F238E27FC236}">
                <a16:creationId xmlns:a16="http://schemas.microsoft.com/office/drawing/2014/main" id="{FA29FC2E-0F3F-A377-25C3-5D3CC120E8EF}"/>
              </a:ext>
            </a:extLst>
          </p:cNvPr>
          <p:cNvGrpSpPr/>
          <p:nvPr userDrawn="1"/>
        </p:nvGrpSpPr>
        <p:grpSpPr>
          <a:xfrm>
            <a:off x="6278855" y="2097088"/>
            <a:ext cx="1179134" cy="1176908"/>
            <a:chOff x="1261672" y="4833938"/>
            <a:chExt cx="954296" cy="954296"/>
          </a:xfrm>
        </p:grpSpPr>
        <p:sp>
          <p:nvSpPr>
            <p:cNvPr id="23" name="Rectangle: Rounded Corners 22">
              <a:extLst>
                <a:ext uri="{FF2B5EF4-FFF2-40B4-BE49-F238E27FC236}">
                  <a16:creationId xmlns:a16="http://schemas.microsoft.com/office/drawing/2014/main" id="{C66FF0DD-FF46-AA9D-484C-F064D1FC09C2}"/>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24" name="Rectangle: Rounded Corners 23">
              <a:extLst>
                <a:ext uri="{FF2B5EF4-FFF2-40B4-BE49-F238E27FC236}">
                  <a16:creationId xmlns:a16="http://schemas.microsoft.com/office/drawing/2014/main" id="{7B8595E0-536A-A8AB-204B-F18AE343925D}"/>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nvGrpSpPr>
          <p:cNvPr id="25" name="Group 24">
            <a:extLst>
              <a:ext uri="{FF2B5EF4-FFF2-40B4-BE49-F238E27FC236}">
                <a16:creationId xmlns:a16="http://schemas.microsoft.com/office/drawing/2014/main" id="{7D02323E-51E3-FED3-2479-C60828368D00}"/>
              </a:ext>
            </a:extLst>
          </p:cNvPr>
          <p:cNvGrpSpPr/>
          <p:nvPr userDrawn="1"/>
        </p:nvGrpSpPr>
        <p:grpSpPr>
          <a:xfrm>
            <a:off x="9073002" y="2097088"/>
            <a:ext cx="1179134" cy="1176908"/>
            <a:chOff x="1261672" y="4833938"/>
            <a:chExt cx="954296" cy="954296"/>
          </a:xfrm>
        </p:grpSpPr>
        <p:sp>
          <p:nvSpPr>
            <p:cNvPr id="26" name="Rectangle: Rounded Corners 25">
              <a:extLst>
                <a:ext uri="{FF2B5EF4-FFF2-40B4-BE49-F238E27FC236}">
                  <a16:creationId xmlns:a16="http://schemas.microsoft.com/office/drawing/2014/main" id="{B33C780D-7EEA-4654-62AD-117473562FF5}"/>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27" name="Rectangle: Rounded Corners 26">
              <a:extLst>
                <a:ext uri="{FF2B5EF4-FFF2-40B4-BE49-F238E27FC236}">
                  <a16:creationId xmlns:a16="http://schemas.microsoft.com/office/drawing/2014/main" id="{D2B958FF-B818-DA37-CEE5-DB825F652B60}"/>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sp>
        <p:nvSpPr>
          <p:cNvPr id="36" name="Content Placeholder 2">
            <a:extLst>
              <a:ext uri="{FF2B5EF4-FFF2-40B4-BE49-F238E27FC236}">
                <a16:creationId xmlns:a16="http://schemas.microsoft.com/office/drawing/2014/main" id="{F4D0D986-9523-5CFC-31FD-4196D79598CB}"/>
              </a:ext>
            </a:extLst>
          </p:cNvPr>
          <p:cNvSpPr>
            <a:spLocks noGrp="1"/>
          </p:cNvSpPr>
          <p:nvPr>
            <p:ph idx="1" hasCustomPrompt="1"/>
          </p:nvPr>
        </p:nvSpPr>
        <p:spPr>
          <a:xfrm>
            <a:off x="692149" y="3428999"/>
            <a:ext cx="2423673" cy="2719389"/>
          </a:xfrm>
          <a:prstGeom prst="rect">
            <a:avLst/>
          </a:prstGeom>
        </p:spPr>
        <p:txBody>
          <a:bodyPr wrap="square" lIns="0" tIns="0" rIns="0" bIns="0" anchor="t" anchorCtr="0">
            <a:noAutofit/>
          </a:bodyPr>
          <a:lstStyle>
            <a:lvl1pPr>
              <a:defRPr kumimoji="0" lang="en-US" sz="14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text/ content</a:t>
            </a:r>
          </a:p>
        </p:txBody>
      </p:sp>
      <p:sp>
        <p:nvSpPr>
          <p:cNvPr id="37" name="Content Placeholder 2">
            <a:extLst>
              <a:ext uri="{FF2B5EF4-FFF2-40B4-BE49-F238E27FC236}">
                <a16:creationId xmlns:a16="http://schemas.microsoft.com/office/drawing/2014/main" id="{AC156FA3-D969-0FD9-96B8-F1C893BF8540}"/>
              </a:ext>
            </a:extLst>
          </p:cNvPr>
          <p:cNvSpPr>
            <a:spLocks noGrp="1"/>
          </p:cNvSpPr>
          <p:nvPr>
            <p:ph idx="10" hasCustomPrompt="1"/>
          </p:nvPr>
        </p:nvSpPr>
        <p:spPr>
          <a:xfrm>
            <a:off x="3486296" y="3428999"/>
            <a:ext cx="2423673" cy="2719389"/>
          </a:xfrm>
          <a:prstGeom prst="rect">
            <a:avLst/>
          </a:prstGeom>
        </p:spPr>
        <p:txBody>
          <a:bodyPr wrap="square" lIns="0" tIns="0" rIns="0" bIns="0" anchor="t" anchorCtr="0">
            <a:noAutofit/>
          </a:bodyPr>
          <a:lstStyle>
            <a:lvl1pPr>
              <a:defRPr kumimoji="0" lang="en-US" sz="14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text/ content</a:t>
            </a:r>
          </a:p>
        </p:txBody>
      </p:sp>
      <p:sp>
        <p:nvSpPr>
          <p:cNvPr id="38" name="Content Placeholder 2">
            <a:extLst>
              <a:ext uri="{FF2B5EF4-FFF2-40B4-BE49-F238E27FC236}">
                <a16:creationId xmlns:a16="http://schemas.microsoft.com/office/drawing/2014/main" id="{A2B75C5B-946A-69A7-FB64-B2160CE38481}"/>
              </a:ext>
            </a:extLst>
          </p:cNvPr>
          <p:cNvSpPr>
            <a:spLocks noGrp="1"/>
          </p:cNvSpPr>
          <p:nvPr>
            <p:ph idx="11" hasCustomPrompt="1"/>
          </p:nvPr>
        </p:nvSpPr>
        <p:spPr>
          <a:xfrm>
            <a:off x="6280443" y="3428999"/>
            <a:ext cx="2423673" cy="2719389"/>
          </a:xfrm>
          <a:prstGeom prst="rect">
            <a:avLst/>
          </a:prstGeom>
        </p:spPr>
        <p:txBody>
          <a:bodyPr wrap="square" lIns="0" tIns="0" rIns="0" bIns="0" anchor="t" anchorCtr="0">
            <a:noAutofit/>
          </a:bodyPr>
          <a:lstStyle>
            <a:lvl1pPr>
              <a:defRPr kumimoji="0" lang="en-US" sz="14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text/ content</a:t>
            </a:r>
          </a:p>
        </p:txBody>
      </p:sp>
      <p:sp>
        <p:nvSpPr>
          <p:cNvPr id="39" name="Content Placeholder 2">
            <a:extLst>
              <a:ext uri="{FF2B5EF4-FFF2-40B4-BE49-F238E27FC236}">
                <a16:creationId xmlns:a16="http://schemas.microsoft.com/office/drawing/2014/main" id="{859DCBD7-C508-F58C-91A4-DD29208CF34F}"/>
              </a:ext>
            </a:extLst>
          </p:cNvPr>
          <p:cNvSpPr>
            <a:spLocks noGrp="1"/>
          </p:cNvSpPr>
          <p:nvPr>
            <p:ph idx="12" hasCustomPrompt="1"/>
          </p:nvPr>
        </p:nvSpPr>
        <p:spPr>
          <a:xfrm>
            <a:off x="9074590" y="3428999"/>
            <a:ext cx="2423673" cy="2719389"/>
          </a:xfrm>
          <a:prstGeom prst="rect">
            <a:avLst/>
          </a:prstGeom>
        </p:spPr>
        <p:txBody>
          <a:bodyPr wrap="square" lIns="0" tIns="0" rIns="0" bIns="0" anchor="t" anchorCtr="0">
            <a:noAutofit/>
          </a:bodyPr>
          <a:lstStyle>
            <a:lvl1pPr>
              <a:defRPr kumimoji="0" lang="en-US" sz="14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text/ content</a:t>
            </a:r>
          </a:p>
        </p:txBody>
      </p:sp>
      <p:sp>
        <p:nvSpPr>
          <p:cNvPr id="46" name="Content Placeholder 2">
            <a:extLst>
              <a:ext uri="{FF2B5EF4-FFF2-40B4-BE49-F238E27FC236}">
                <a16:creationId xmlns:a16="http://schemas.microsoft.com/office/drawing/2014/main" id="{BA882936-91BE-F9C5-0FA1-73DA70CDE20F}"/>
              </a:ext>
            </a:extLst>
          </p:cNvPr>
          <p:cNvSpPr>
            <a:spLocks noGrp="1"/>
          </p:cNvSpPr>
          <p:nvPr>
            <p:ph idx="19" hasCustomPrompt="1"/>
          </p:nvPr>
        </p:nvSpPr>
        <p:spPr>
          <a:xfrm>
            <a:off x="690561" y="2334267"/>
            <a:ext cx="1179134" cy="691438"/>
          </a:xfrm>
          <a:prstGeom prst="rect">
            <a:avLst/>
          </a:prstGeom>
          <a:noFill/>
        </p:spPr>
        <p:txBody>
          <a:bodyPr wrap="square" anchor="ctr" anchorCtr="0">
            <a:noAutofit/>
          </a:bodyPr>
          <a:lstStyle>
            <a:lvl1pPr marL="0" indent="0" algn="ctr">
              <a:buNone/>
              <a:defRPr kumimoji="0" lang="en-US" sz="1800" b="0" i="0" u="none" strike="noStrike" cap="none" spc="-48" normalizeH="0" dirty="0">
                <a:ln w="3175">
                  <a:noFill/>
                </a:ln>
                <a:solidFill>
                  <a:schemeClr val="bg1"/>
                </a:solidFill>
                <a:effectLst/>
                <a:uLnTx/>
                <a:uFillTx/>
                <a:latin typeface="Segoe Sans Text Semibold"/>
                <a:cs typeface="+mn-cs"/>
              </a:defRPr>
            </a:lvl1pPr>
          </a:lstStyle>
          <a:p>
            <a:pPr marL="0" lvl="0" defTabSz="914400"/>
            <a:r>
              <a:rPr lang="en-US"/>
              <a:t>Click to enter stat</a:t>
            </a:r>
          </a:p>
        </p:txBody>
      </p:sp>
      <p:sp>
        <p:nvSpPr>
          <p:cNvPr id="47" name="Content Placeholder 2">
            <a:extLst>
              <a:ext uri="{FF2B5EF4-FFF2-40B4-BE49-F238E27FC236}">
                <a16:creationId xmlns:a16="http://schemas.microsoft.com/office/drawing/2014/main" id="{F9075C0F-648C-8ABA-FA76-090BBDA11117}"/>
              </a:ext>
            </a:extLst>
          </p:cNvPr>
          <p:cNvSpPr>
            <a:spLocks noGrp="1"/>
          </p:cNvSpPr>
          <p:nvPr>
            <p:ph idx="20" hasCustomPrompt="1"/>
          </p:nvPr>
        </p:nvSpPr>
        <p:spPr>
          <a:xfrm>
            <a:off x="3484708" y="2334267"/>
            <a:ext cx="1179134" cy="691438"/>
          </a:xfrm>
          <a:prstGeom prst="rect">
            <a:avLst/>
          </a:prstGeom>
          <a:noFill/>
        </p:spPr>
        <p:txBody>
          <a:bodyPr wrap="square" anchor="ctr" anchorCtr="0">
            <a:noAutofit/>
          </a:bodyPr>
          <a:lstStyle>
            <a:lvl1pPr marL="0" indent="0" algn="ctr">
              <a:buNone/>
              <a:defRPr kumimoji="0" lang="en-US" sz="1800" b="0" i="0" u="none" strike="noStrike" cap="none" spc="-48" normalizeH="0" dirty="0">
                <a:ln w="3175">
                  <a:noFill/>
                </a:ln>
                <a:solidFill>
                  <a:schemeClr val="bg1"/>
                </a:solidFill>
                <a:effectLst/>
                <a:uLnTx/>
                <a:uFillTx/>
                <a:latin typeface="Segoe Sans Text Semibold"/>
                <a:cs typeface="+mn-cs"/>
              </a:defRPr>
            </a:lvl1pPr>
          </a:lstStyle>
          <a:p>
            <a:pPr marL="0" lvl="0" defTabSz="914400"/>
            <a:r>
              <a:rPr lang="en-US"/>
              <a:t>Click to enter stat</a:t>
            </a:r>
          </a:p>
        </p:txBody>
      </p:sp>
      <p:sp>
        <p:nvSpPr>
          <p:cNvPr id="48" name="Content Placeholder 2">
            <a:extLst>
              <a:ext uri="{FF2B5EF4-FFF2-40B4-BE49-F238E27FC236}">
                <a16:creationId xmlns:a16="http://schemas.microsoft.com/office/drawing/2014/main" id="{9D97D7DB-EF04-80DC-014D-5062C4C3B9E5}"/>
              </a:ext>
            </a:extLst>
          </p:cNvPr>
          <p:cNvSpPr>
            <a:spLocks noGrp="1"/>
          </p:cNvSpPr>
          <p:nvPr>
            <p:ph idx="21" hasCustomPrompt="1"/>
          </p:nvPr>
        </p:nvSpPr>
        <p:spPr>
          <a:xfrm>
            <a:off x="6278855" y="2334267"/>
            <a:ext cx="1179134" cy="691438"/>
          </a:xfrm>
          <a:prstGeom prst="rect">
            <a:avLst/>
          </a:prstGeom>
          <a:noFill/>
        </p:spPr>
        <p:txBody>
          <a:bodyPr wrap="square" anchor="ctr" anchorCtr="0">
            <a:noAutofit/>
          </a:bodyPr>
          <a:lstStyle>
            <a:lvl1pPr marL="0" indent="0" algn="ctr">
              <a:buNone/>
              <a:defRPr kumimoji="0" lang="en-US" sz="1800" b="0" i="0" u="none" strike="noStrike" cap="none" spc="-48" normalizeH="0" dirty="0">
                <a:ln w="3175">
                  <a:noFill/>
                </a:ln>
                <a:solidFill>
                  <a:schemeClr val="bg1"/>
                </a:solidFill>
                <a:effectLst/>
                <a:uLnTx/>
                <a:uFillTx/>
                <a:latin typeface="Segoe Sans Text Semibold"/>
                <a:cs typeface="+mn-cs"/>
              </a:defRPr>
            </a:lvl1pPr>
          </a:lstStyle>
          <a:p>
            <a:pPr marL="0" lvl="0" defTabSz="914400"/>
            <a:r>
              <a:rPr lang="en-US"/>
              <a:t>Click to enter stat</a:t>
            </a:r>
          </a:p>
        </p:txBody>
      </p:sp>
      <p:sp>
        <p:nvSpPr>
          <p:cNvPr id="49" name="Content Placeholder 2">
            <a:extLst>
              <a:ext uri="{FF2B5EF4-FFF2-40B4-BE49-F238E27FC236}">
                <a16:creationId xmlns:a16="http://schemas.microsoft.com/office/drawing/2014/main" id="{C36B2DC7-DB87-CC70-906E-04FB16E21305}"/>
              </a:ext>
            </a:extLst>
          </p:cNvPr>
          <p:cNvSpPr>
            <a:spLocks noGrp="1"/>
          </p:cNvSpPr>
          <p:nvPr>
            <p:ph idx="22" hasCustomPrompt="1"/>
          </p:nvPr>
        </p:nvSpPr>
        <p:spPr>
          <a:xfrm>
            <a:off x="9073002" y="2334267"/>
            <a:ext cx="1179134" cy="691438"/>
          </a:xfrm>
          <a:prstGeom prst="rect">
            <a:avLst/>
          </a:prstGeom>
          <a:noFill/>
        </p:spPr>
        <p:txBody>
          <a:bodyPr wrap="square" anchor="ctr" anchorCtr="0">
            <a:noAutofit/>
          </a:bodyPr>
          <a:lstStyle>
            <a:lvl1pPr marL="0" indent="0" algn="ctr">
              <a:buNone/>
              <a:defRPr kumimoji="0" lang="en-US" sz="1800" b="0" i="0" u="none" strike="noStrike" cap="none" spc="-48" normalizeH="0" dirty="0">
                <a:ln w="3175">
                  <a:noFill/>
                </a:ln>
                <a:solidFill>
                  <a:schemeClr val="bg1"/>
                </a:solidFill>
                <a:effectLst/>
                <a:uLnTx/>
                <a:uFillTx/>
                <a:latin typeface="Segoe Sans Text Semibold"/>
                <a:cs typeface="+mn-cs"/>
              </a:defRPr>
            </a:lvl1pPr>
          </a:lstStyle>
          <a:p>
            <a:pPr marL="0" lvl="0" defTabSz="914400"/>
            <a:r>
              <a:rPr lang="en-US"/>
              <a:t>Click to enter stat</a:t>
            </a:r>
          </a:p>
        </p:txBody>
      </p:sp>
    </p:spTree>
    <p:extLst>
      <p:ext uri="{BB962C8B-B14F-4D97-AF65-F5344CB8AC3E}">
        <p14:creationId xmlns:p14="http://schemas.microsoft.com/office/powerpoint/2010/main" val="3878634429"/>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1 full slid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18" descr="A blue and green background with a curved piece of paper&#10;&#10;Description automatically generated">
            <a:extLst>
              <a:ext uri="{FF2B5EF4-FFF2-40B4-BE49-F238E27FC236}">
                <a16:creationId xmlns:a16="http://schemas.microsoft.com/office/drawing/2014/main" id="{56FFFD04-874D-7EEC-2D9B-4629FDDFAC53}"/>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Rectangle 6">
            <a:extLst>
              <a:ext uri="{FF2B5EF4-FFF2-40B4-BE49-F238E27FC236}">
                <a16:creationId xmlns:a16="http://schemas.microsoft.com/office/drawing/2014/main" id="{3D0BD591-D55A-58AB-F775-0F7BB7636C65}"/>
              </a:ext>
            </a:extLst>
          </p:cNvPr>
          <p:cNvSpPr/>
          <p:nvPr userDrawn="1"/>
        </p:nvSpPr>
        <p:spPr bwMode="auto">
          <a:xfrm>
            <a:off x="0" y="0"/>
            <a:ext cx="12192000" cy="70104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pic>
        <p:nvPicPr>
          <p:cNvPr id="3" name="Picture 2" hidden="1">
            <a:extLst>
              <a:ext uri="{FF2B5EF4-FFF2-40B4-BE49-F238E27FC236}">
                <a16:creationId xmlns:a16="http://schemas.microsoft.com/office/drawing/2014/main" id="{724A89F4-06BC-05C7-E624-3AD486724073}"/>
              </a:ext>
            </a:extLst>
          </p:cNvPr>
          <p:cNvPicPr>
            <a:picLocks noChangeAspect="1"/>
          </p:cNvPicPr>
          <p:nvPr userDrawn="1"/>
        </p:nvPicPr>
        <p:blipFill>
          <a:blip r:embed="rId4"/>
          <a:srcRect l="6" r="6"/>
          <a:stretch/>
        </p:blipFill>
        <p:spPr>
          <a:xfrm>
            <a:off x="0" y="959"/>
            <a:ext cx="12190515" cy="6856081"/>
          </a:xfrm>
          <a:prstGeom prst="rect">
            <a:avLst/>
          </a:prstGeom>
        </p:spPr>
      </p:pic>
      <p:sp>
        <p:nvSpPr>
          <p:cNvPr id="2" name="Rectangle 1" hidden="1">
            <a:extLst>
              <a:ext uri="{FF2B5EF4-FFF2-40B4-BE49-F238E27FC236}">
                <a16:creationId xmlns:a16="http://schemas.microsoft.com/office/drawing/2014/main" id="{0E0E72C2-9BD2-5AD9-B9CA-4BBC87DE030C}"/>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useBgFill="1">
        <p:nvSpPr>
          <p:cNvPr id="4" name="Rectangle: Rounded Corners 3">
            <a:extLst>
              <a:ext uri="{FF2B5EF4-FFF2-40B4-BE49-F238E27FC236}">
                <a16:creationId xmlns:a16="http://schemas.microsoft.com/office/drawing/2014/main" id="{1CC3CF95-FE3F-B45C-D9CA-92A25805EE11}"/>
              </a:ext>
            </a:extLst>
          </p:cNvPr>
          <p:cNvSpPr/>
          <p:nvPr userDrawn="1"/>
        </p:nvSpPr>
        <p:spPr bwMode="auto">
          <a:xfrm>
            <a:off x="230841" y="229394"/>
            <a:ext cx="11730318" cy="6399212"/>
          </a:xfrm>
          <a:prstGeom prst="roundRect">
            <a:avLst>
              <a:gd name="adj" fmla="val 2410"/>
            </a:avLst>
          </a:prstGeom>
          <a:ln>
            <a:noFill/>
            <a:headEnd type="none" w="med" len="med"/>
            <a:tailEnd type="none" w="med" len="med"/>
          </a:ln>
          <a:effectLst>
            <a:outerShdw blurRad="203200" algn="ctr" rotWithShape="0">
              <a:prstClr val="black">
                <a:alpha val="4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5" name="Rectangle: Rounded Corners 4">
            <a:extLst>
              <a:ext uri="{FF2B5EF4-FFF2-40B4-BE49-F238E27FC236}">
                <a16:creationId xmlns:a16="http://schemas.microsoft.com/office/drawing/2014/main" id="{45EB6F0F-15F3-B550-08B5-D31FDADC2D88}"/>
              </a:ext>
            </a:extLst>
          </p:cNvPr>
          <p:cNvSpPr/>
          <p:nvPr userDrawn="1"/>
        </p:nvSpPr>
        <p:spPr bwMode="auto">
          <a:xfrm>
            <a:off x="230841" y="229394"/>
            <a:ext cx="11730318" cy="6399212"/>
          </a:xfrm>
          <a:prstGeom prst="roundRect">
            <a:avLst>
              <a:gd name="adj" fmla="val 2410"/>
            </a:avLst>
          </a:prstGeom>
          <a:gradFill>
            <a:gsLst>
              <a:gs pos="100000">
                <a:srgbClr val="091F2C"/>
              </a:gs>
              <a:gs pos="0">
                <a:schemeClr val="accent2">
                  <a:alpha val="44000"/>
                </a:schemeClr>
              </a:gs>
            </a:gsLst>
            <a:path path="circle">
              <a:fillToRect l="50000" t="50000" r="50000" b="5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4" name="Title 13">
            <a:extLst>
              <a:ext uri="{FF2B5EF4-FFF2-40B4-BE49-F238E27FC236}">
                <a16:creationId xmlns:a16="http://schemas.microsoft.com/office/drawing/2014/main" id="{E6F5F079-BC6A-2F8A-3765-785292E0BBD1}"/>
              </a:ext>
            </a:extLst>
          </p:cNvPr>
          <p:cNvSpPr>
            <a:spLocks noGrp="1"/>
          </p:cNvSpPr>
          <p:nvPr>
            <p:ph type="title" hasCustomPrompt="1"/>
          </p:nvPr>
        </p:nvSpPr>
        <p:spPr>
          <a:xfrm>
            <a:off x="588263" y="593724"/>
            <a:ext cx="11018520" cy="998539"/>
          </a:xfrm>
          <a:noFill/>
        </p:spPr>
        <p:txBody>
          <a:bodyPr wrap="square" lIns="0" tIns="0" rIns="0" bIns="0" rtlCol="0">
            <a:noAutofit/>
          </a:bodyPr>
          <a:lstStyle>
            <a:lvl1pPr>
              <a:defRPr kumimoji="0" lang="en-GB" sz="3200" i="0" u="none" strike="noStrike" spc="0" normalizeH="0" dirty="0">
                <a:ln>
                  <a:noFill/>
                </a:ln>
                <a:solidFill>
                  <a:srgbClr val="FFFFFF"/>
                </a:solidFill>
                <a:uLnTx/>
                <a:uFillTx/>
                <a:latin typeface="Segoe Sans Text Semibold"/>
                <a:cs typeface="+mn-cs"/>
              </a:defRPr>
            </a:lvl1pPr>
          </a:lstStyle>
          <a:p>
            <a:pPr marL="0" marR="0" lvl="0" indent="0" defTabSz="914367" fontAlgn="auto">
              <a:spcBef>
                <a:spcPts val="0"/>
              </a:spcBef>
              <a:spcAft>
                <a:spcPts val="0"/>
              </a:spcAft>
              <a:buClrTx/>
              <a:buSzTx/>
              <a:buFontTx/>
              <a:tabLst/>
            </a:pPr>
            <a:r>
              <a:rPr lang="en-US"/>
              <a:t>Click to edit title</a:t>
            </a:r>
            <a:endParaRPr lang="en-GB"/>
          </a:p>
        </p:txBody>
      </p:sp>
      <p:sp>
        <p:nvSpPr>
          <p:cNvPr id="6" name="Rectangle: Rounded Corners 5">
            <a:extLst>
              <a:ext uri="{FF2B5EF4-FFF2-40B4-BE49-F238E27FC236}">
                <a16:creationId xmlns:a16="http://schemas.microsoft.com/office/drawing/2014/main" id="{8D80B7E4-4FCA-61E8-A2A0-A1C1B385869B}"/>
              </a:ext>
            </a:extLst>
          </p:cNvPr>
          <p:cNvSpPr>
            <a:spLocks/>
          </p:cNvSpPr>
          <p:nvPr userDrawn="1"/>
        </p:nvSpPr>
        <p:spPr bwMode="auto">
          <a:xfrm>
            <a:off x="426244" y="1787665"/>
            <a:ext cx="11339514" cy="4645540"/>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9" name="Picture Placeholder 8">
            <a:extLst>
              <a:ext uri="{FF2B5EF4-FFF2-40B4-BE49-F238E27FC236}">
                <a16:creationId xmlns:a16="http://schemas.microsoft.com/office/drawing/2014/main" id="{0A667857-5B9D-C859-50DC-97EAFD22A5EE}"/>
              </a:ext>
            </a:extLst>
          </p:cNvPr>
          <p:cNvSpPr>
            <a:spLocks noGrp="1"/>
          </p:cNvSpPr>
          <p:nvPr>
            <p:ph type="pic" sz="quarter" idx="21" hasCustomPrompt="1"/>
          </p:nvPr>
        </p:nvSpPr>
        <p:spPr>
          <a:xfrm>
            <a:off x="606001" y="1968435"/>
            <a:ext cx="10980000" cy="4284000"/>
          </a:xfrm>
          <a:prstGeom prst="roundRect">
            <a:avLst>
              <a:gd name="adj" fmla="val 1144"/>
            </a:avLst>
          </a:prstGeom>
        </p:spPr>
        <p:txBody>
          <a:bodyPr wrap="square" anchor="ctr" anchorCtr="0">
            <a:normAutofit/>
          </a:bodyPr>
          <a:lstStyle>
            <a:lvl1pPr marL="0" indent="0" algn="ctr">
              <a:buNone/>
              <a:defRPr sz="1100">
                <a:solidFill>
                  <a:schemeClr val="bg1"/>
                </a:solidFill>
              </a:defRPr>
            </a:lvl1pPr>
          </a:lstStyle>
          <a:p>
            <a:r>
              <a:rPr lang="en-US"/>
              <a:t>Insert image</a:t>
            </a:r>
          </a:p>
        </p:txBody>
      </p:sp>
    </p:spTree>
    <p:extLst>
      <p:ext uri="{BB962C8B-B14F-4D97-AF65-F5344CB8AC3E}">
        <p14:creationId xmlns:p14="http://schemas.microsoft.com/office/powerpoint/2010/main" val="907595708"/>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2.2 full slid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18" descr="A blue and green background with a curved piece of paper&#10;&#10;Description automatically generated">
            <a:extLst>
              <a:ext uri="{FF2B5EF4-FFF2-40B4-BE49-F238E27FC236}">
                <a16:creationId xmlns:a16="http://schemas.microsoft.com/office/drawing/2014/main" id="{56FFFD04-874D-7EEC-2D9B-4629FDDFAC53}"/>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Picture 2" hidden="1">
            <a:extLst>
              <a:ext uri="{FF2B5EF4-FFF2-40B4-BE49-F238E27FC236}">
                <a16:creationId xmlns:a16="http://schemas.microsoft.com/office/drawing/2014/main" id="{724A89F4-06BC-05C7-E624-3AD486724073}"/>
              </a:ext>
            </a:extLst>
          </p:cNvPr>
          <p:cNvPicPr>
            <a:picLocks noChangeAspect="1"/>
          </p:cNvPicPr>
          <p:nvPr userDrawn="1"/>
        </p:nvPicPr>
        <p:blipFill>
          <a:blip r:embed="rId4"/>
          <a:srcRect l="6" r="6"/>
          <a:stretch/>
        </p:blipFill>
        <p:spPr>
          <a:xfrm>
            <a:off x="0" y="959"/>
            <a:ext cx="12190515" cy="6856081"/>
          </a:xfrm>
          <a:prstGeom prst="rect">
            <a:avLst/>
          </a:prstGeom>
        </p:spPr>
      </p:pic>
      <p:sp>
        <p:nvSpPr>
          <p:cNvPr id="2" name="Rectangle 1" hidden="1">
            <a:extLst>
              <a:ext uri="{FF2B5EF4-FFF2-40B4-BE49-F238E27FC236}">
                <a16:creationId xmlns:a16="http://schemas.microsoft.com/office/drawing/2014/main" id="{0E0E72C2-9BD2-5AD9-B9CA-4BBC87DE030C}"/>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pic>
        <p:nvPicPr>
          <p:cNvPr id="9" name="Picture 8">
            <a:extLst>
              <a:ext uri="{FF2B5EF4-FFF2-40B4-BE49-F238E27FC236}">
                <a16:creationId xmlns:a16="http://schemas.microsoft.com/office/drawing/2014/main" id="{6A8F22C3-4E13-5603-B423-3ED79E213E66}"/>
              </a:ext>
            </a:extLst>
          </p:cNvPr>
          <p:cNvPicPr>
            <a:picLocks noChangeAspect="1"/>
          </p:cNvPicPr>
          <p:nvPr userDrawn="1"/>
        </p:nvPicPr>
        <p:blipFill>
          <a:blip r:embed="rId5" cstate="hqprint">
            <a:extLst>
              <a:ext uri="{28A0092B-C50C-407E-A947-70E740481C1C}">
                <a14:useLocalDpi xmlns:a14="http://schemas.microsoft.com/office/drawing/2010/main"/>
              </a:ext>
            </a:extLst>
          </a:blip>
          <a:srcRect l="8" r="8"/>
          <a:stretch/>
        </p:blipFill>
        <p:spPr>
          <a:xfrm>
            <a:off x="230843" y="331816"/>
            <a:ext cx="3728028" cy="1233264"/>
          </a:xfrm>
          <a:prstGeom prst="rect">
            <a:avLst/>
          </a:prstGeom>
        </p:spPr>
      </p:pic>
    </p:spTree>
    <p:extLst>
      <p:ext uri="{BB962C8B-B14F-4D97-AF65-F5344CB8AC3E}">
        <p14:creationId xmlns:p14="http://schemas.microsoft.com/office/powerpoint/2010/main" val="656882358"/>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2 full slid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18" descr="A blue and green background with a curved piece of paper&#10;&#10;Description automatically generated">
            <a:extLst>
              <a:ext uri="{FF2B5EF4-FFF2-40B4-BE49-F238E27FC236}">
                <a16:creationId xmlns:a16="http://schemas.microsoft.com/office/drawing/2014/main" id="{56FFFD04-874D-7EEC-2D9B-4629FDDFAC53}"/>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Rectangle 6">
            <a:extLst>
              <a:ext uri="{FF2B5EF4-FFF2-40B4-BE49-F238E27FC236}">
                <a16:creationId xmlns:a16="http://schemas.microsoft.com/office/drawing/2014/main" id="{CFD6D1EF-92CB-B214-AFC4-F22104BE556D}"/>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pic>
        <p:nvPicPr>
          <p:cNvPr id="3" name="Picture 2" hidden="1">
            <a:extLst>
              <a:ext uri="{FF2B5EF4-FFF2-40B4-BE49-F238E27FC236}">
                <a16:creationId xmlns:a16="http://schemas.microsoft.com/office/drawing/2014/main" id="{724A89F4-06BC-05C7-E624-3AD486724073}"/>
              </a:ext>
            </a:extLst>
          </p:cNvPr>
          <p:cNvPicPr>
            <a:picLocks noChangeAspect="1"/>
          </p:cNvPicPr>
          <p:nvPr userDrawn="1"/>
        </p:nvPicPr>
        <p:blipFill>
          <a:blip r:embed="rId4"/>
          <a:srcRect l="6" r="6"/>
          <a:stretch/>
        </p:blipFill>
        <p:spPr>
          <a:xfrm>
            <a:off x="0" y="959"/>
            <a:ext cx="12190515" cy="6856081"/>
          </a:xfrm>
          <a:prstGeom prst="rect">
            <a:avLst/>
          </a:prstGeom>
        </p:spPr>
      </p:pic>
      <p:sp>
        <p:nvSpPr>
          <p:cNvPr id="2" name="Rectangle 1" hidden="1">
            <a:extLst>
              <a:ext uri="{FF2B5EF4-FFF2-40B4-BE49-F238E27FC236}">
                <a16:creationId xmlns:a16="http://schemas.microsoft.com/office/drawing/2014/main" id="{0E0E72C2-9BD2-5AD9-B9CA-4BBC87DE030C}"/>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useBgFill="1">
        <p:nvSpPr>
          <p:cNvPr id="4" name="Rectangle: Rounded Corners 3">
            <a:extLst>
              <a:ext uri="{FF2B5EF4-FFF2-40B4-BE49-F238E27FC236}">
                <a16:creationId xmlns:a16="http://schemas.microsoft.com/office/drawing/2014/main" id="{1CC3CF95-FE3F-B45C-D9CA-92A25805EE11}"/>
              </a:ext>
            </a:extLst>
          </p:cNvPr>
          <p:cNvSpPr/>
          <p:nvPr userDrawn="1"/>
        </p:nvSpPr>
        <p:spPr bwMode="auto">
          <a:xfrm>
            <a:off x="230841" y="229394"/>
            <a:ext cx="11730318" cy="6399212"/>
          </a:xfrm>
          <a:prstGeom prst="roundRect">
            <a:avLst>
              <a:gd name="adj" fmla="val 2410"/>
            </a:avLst>
          </a:prstGeom>
          <a:ln>
            <a:noFill/>
            <a:headEnd type="none" w="med" len="med"/>
            <a:tailEnd type="none" w="med" len="med"/>
          </a:ln>
          <a:effectLst>
            <a:outerShdw blurRad="203200" algn="ctr" rotWithShape="0">
              <a:prstClr val="black">
                <a:alpha val="4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5" name="Rectangle: Rounded Corners 4">
            <a:extLst>
              <a:ext uri="{FF2B5EF4-FFF2-40B4-BE49-F238E27FC236}">
                <a16:creationId xmlns:a16="http://schemas.microsoft.com/office/drawing/2014/main" id="{45EB6F0F-15F3-B550-08B5-D31FDADC2D88}"/>
              </a:ext>
            </a:extLst>
          </p:cNvPr>
          <p:cNvSpPr/>
          <p:nvPr userDrawn="1"/>
        </p:nvSpPr>
        <p:spPr bwMode="auto">
          <a:xfrm>
            <a:off x="230841" y="229394"/>
            <a:ext cx="11730318" cy="6399212"/>
          </a:xfrm>
          <a:prstGeom prst="roundRect">
            <a:avLst>
              <a:gd name="adj" fmla="val 2410"/>
            </a:avLst>
          </a:prstGeom>
          <a:gradFill>
            <a:gsLst>
              <a:gs pos="100000">
                <a:srgbClr val="091F2C"/>
              </a:gs>
              <a:gs pos="0">
                <a:schemeClr val="accent2">
                  <a:alpha val="44000"/>
                </a:schemeClr>
              </a:gs>
            </a:gsLst>
            <a:path path="circle">
              <a:fillToRect l="50000" t="50000" r="50000" b="5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6" name="Rectangle: Rounded Corners 5">
            <a:extLst>
              <a:ext uri="{FF2B5EF4-FFF2-40B4-BE49-F238E27FC236}">
                <a16:creationId xmlns:a16="http://schemas.microsoft.com/office/drawing/2014/main" id="{8D80B7E4-4FCA-61E8-A2A0-A1C1B385869B}"/>
              </a:ext>
            </a:extLst>
          </p:cNvPr>
          <p:cNvSpPr>
            <a:spLocks/>
          </p:cNvSpPr>
          <p:nvPr userDrawn="1"/>
        </p:nvSpPr>
        <p:spPr bwMode="auto">
          <a:xfrm>
            <a:off x="426244" y="424796"/>
            <a:ext cx="11339514" cy="6008409"/>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9" name="Picture Placeholder 8">
            <a:extLst>
              <a:ext uri="{FF2B5EF4-FFF2-40B4-BE49-F238E27FC236}">
                <a16:creationId xmlns:a16="http://schemas.microsoft.com/office/drawing/2014/main" id="{832C0EDE-51C4-FF4A-CF43-3538B9214A25}"/>
              </a:ext>
            </a:extLst>
          </p:cNvPr>
          <p:cNvSpPr>
            <a:spLocks noGrp="1"/>
          </p:cNvSpPr>
          <p:nvPr>
            <p:ph type="pic" sz="quarter" idx="22" hasCustomPrompt="1"/>
          </p:nvPr>
        </p:nvSpPr>
        <p:spPr>
          <a:xfrm>
            <a:off x="606001" y="588962"/>
            <a:ext cx="10980000" cy="5680076"/>
          </a:xfrm>
          <a:prstGeom prst="roundRect">
            <a:avLst>
              <a:gd name="adj" fmla="val 1144"/>
            </a:avLst>
          </a:prstGeom>
        </p:spPr>
        <p:txBody>
          <a:bodyPr wrap="square" anchor="ctr" anchorCtr="0">
            <a:normAutofit/>
          </a:bodyPr>
          <a:lstStyle>
            <a:lvl1pPr marL="0" indent="0" algn="ctr">
              <a:buNone/>
              <a:defRPr sz="1100">
                <a:solidFill>
                  <a:schemeClr val="bg1"/>
                </a:solidFill>
              </a:defRPr>
            </a:lvl1pPr>
          </a:lstStyle>
          <a:p>
            <a:r>
              <a:rPr lang="en-US"/>
              <a:t>Insert image</a:t>
            </a:r>
          </a:p>
        </p:txBody>
      </p:sp>
    </p:spTree>
    <p:extLst>
      <p:ext uri="{BB962C8B-B14F-4D97-AF65-F5344CB8AC3E}">
        <p14:creationId xmlns:p14="http://schemas.microsoft.com/office/powerpoint/2010/main" val="2078449505"/>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 Blank" preserve="1">
  <p:cSld name="2. Blank">
    <p:spTree>
      <p:nvGrpSpPr>
        <p:cNvPr id="1" name="Shape 1406"/>
        <p:cNvGrpSpPr/>
        <p:nvPr/>
      </p:nvGrpSpPr>
      <p:grpSpPr>
        <a:xfrm>
          <a:off x="0" y="0"/>
          <a:ext cx="0" cy="0"/>
          <a:chOff x="0" y="0"/>
          <a:chExt cx="0" cy="0"/>
        </a:xfrm>
      </p:grpSpPr>
    </p:spTree>
    <p:extLst>
      <p:ext uri="{BB962C8B-B14F-4D97-AF65-F5344CB8AC3E}">
        <p14:creationId xmlns:p14="http://schemas.microsoft.com/office/powerpoint/2010/main" val="340769302"/>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77. Two silos 1" preserve="1">
  <p:cSld name="77. Two silos 1">
    <p:spTree>
      <p:nvGrpSpPr>
        <p:cNvPr id="1" name="Shape 3018"/>
        <p:cNvGrpSpPr/>
        <p:nvPr/>
      </p:nvGrpSpPr>
      <p:grpSpPr>
        <a:xfrm>
          <a:off x="0" y="0"/>
          <a:ext cx="0" cy="0"/>
          <a:chOff x="0" y="0"/>
          <a:chExt cx="0" cy="0"/>
        </a:xfrm>
      </p:grpSpPr>
      <p:sp>
        <p:nvSpPr>
          <p:cNvPr id="3019" name="Google Shape;3019;p256"/>
          <p:cNvSpPr/>
          <p:nvPr/>
        </p:nvSpPr>
        <p:spPr>
          <a:xfrm>
            <a:off x="6291643" y="1524000"/>
            <a:ext cx="4851600" cy="4546800"/>
          </a:xfrm>
          <a:prstGeom prst="roundRect">
            <a:avLst>
              <a:gd name="adj" fmla="val 3159"/>
            </a:avLst>
          </a:prstGeom>
          <a:noFill/>
          <a:ln w="9525" cap="flat" cmpd="sng">
            <a:solidFill>
              <a:schemeClr val="lt2"/>
            </a:solidFill>
            <a:prstDash val="solid"/>
            <a:round/>
            <a:headEnd type="none" w="sm" len="sm"/>
            <a:tailEnd type="none" w="sm" len="sm"/>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F0F6FC"/>
              </a:buClr>
              <a:buSzPts val="900"/>
              <a:buFont typeface="Arial"/>
              <a:buNone/>
              <a:tabLst/>
              <a:defRPr/>
            </a:pPr>
            <a:endParaRPr kumimoji="0" sz="1200" b="0" i="0" u="none" strike="noStrike" kern="1200" cap="none" spc="0" normalizeH="0" baseline="0" noProof="0">
              <a:ln>
                <a:noFill/>
              </a:ln>
              <a:solidFill>
                <a:srgbClr val="6E7681"/>
              </a:solidFill>
              <a:effectLst/>
              <a:uLnTx/>
              <a:uFillTx/>
              <a:latin typeface="Arial"/>
              <a:ea typeface="Arial"/>
              <a:cs typeface="Arial"/>
              <a:sym typeface="Arial"/>
            </a:endParaRPr>
          </a:p>
        </p:txBody>
      </p:sp>
      <p:sp>
        <p:nvSpPr>
          <p:cNvPr id="3020" name="Google Shape;3020;p256"/>
          <p:cNvSpPr/>
          <p:nvPr/>
        </p:nvSpPr>
        <p:spPr>
          <a:xfrm>
            <a:off x="1084641" y="1524000"/>
            <a:ext cx="4851600" cy="4546800"/>
          </a:xfrm>
          <a:prstGeom prst="roundRect">
            <a:avLst>
              <a:gd name="adj" fmla="val 3159"/>
            </a:avLst>
          </a:prstGeom>
          <a:noFill/>
          <a:ln w="9525" cap="flat" cmpd="sng">
            <a:solidFill>
              <a:schemeClr val="lt2"/>
            </a:solidFill>
            <a:prstDash val="solid"/>
            <a:round/>
            <a:headEnd type="none" w="sm" len="sm"/>
            <a:tailEnd type="none" w="sm" len="sm"/>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F0F6FC"/>
              </a:buClr>
              <a:buSzPts val="900"/>
              <a:buFont typeface="Arial"/>
              <a:buNone/>
              <a:tabLst/>
              <a:defRPr/>
            </a:pPr>
            <a:endParaRPr kumimoji="0" sz="1200" b="0" i="0" u="none" strike="noStrike" kern="1200" cap="none" spc="0" normalizeH="0" baseline="0" noProof="0">
              <a:ln>
                <a:noFill/>
              </a:ln>
              <a:solidFill>
                <a:srgbClr val="6E7681"/>
              </a:solidFill>
              <a:effectLst/>
              <a:uLnTx/>
              <a:uFillTx/>
              <a:latin typeface="Arial"/>
              <a:ea typeface="Arial"/>
              <a:cs typeface="Arial"/>
              <a:sym typeface="Arial"/>
            </a:endParaRPr>
          </a:p>
        </p:txBody>
      </p:sp>
      <p:pic>
        <p:nvPicPr>
          <p:cNvPr id="3021" name="Google Shape;3021;p256"/>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6208907" y="-877633"/>
            <a:ext cx="6858000" cy="6858000"/>
          </a:xfrm>
          <a:prstGeom prst="rect">
            <a:avLst/>
          </a:prstGeom>
          <a:noFill/>
          <a:ln>
            <a:noFill/>
          </a:ln>
        </p:spPr>
      </p:pic>
      <p:sp>
        <p:nvSpPr>
          <p:cNvPr id="3022" name="Google Shape;3022;p256"/>
          <p:cNvSpPr txBox="1">
            <a:spLocks noGrp="1"/>
          </p:cNvSpPr>
          <p:nvPr>
            <p:ph type="subTitle" idx="1"/>
          </p:nvPr>
        </p:nvSpPr>
        <p:spPr>
          <a:xfrm>
            <a:off x="1480284" y="2059551"/>
            <a:ext cx="4025600" cy="457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7" b="1">
                <a:solidFill>
                  <a:schemeClr val="dk1"/>
                </a:solidFill>
              </a:defRPr>
            </a:lvl1pPr>
            <a:lvl2pPr lvl="1" rtl="0">
              <a:spcBef>
                <a:spcPts val="0"/>
              </a:spcBef>
              <a:spcAft>
                <a:spcPts val="0"/>
              </a:spcAft>
              <a:buClr>
                <a:schemeClr val="dk1"/>
              </a:buClr>
              <a:buSzPts val="1600"/>
              <a:buNone/>
              <a:defRPr sz="2133" b="1">
                <a:solidFill>
                  <a:schemeClr val="dk1"/>
                </a:solidFill>
              </a:defRPr>
            </a:lvl2pPr>
            <a:lvl3pPr lvl="2" rtl="0">
              <a:spcBef>
                <a:spcPts val="0"/>
              </a:spcBef>
              <a:spcAft>
                <a:spcPts val="0"/>
              </a:spcAft>
              <a:buClr>
                <a:schemeClr val="dk1"/>
              </a:buClr>
              <a:buSzPts val="1600"/>
              <a:buNone/>
              <a:defRPr sz="2133" b="1">
                <a:solidFill>
                  <a:schemeClr val="dk1"/>
                </a:solidFill>
              </a:defRPr>
            </a:lvl3pPr>
            <a:lvl4pPr lvl="3" rtl="0">
              <a:spcBef>
                <a:spcPts val="0"/>
              </a:spcBef>
              <a:spcAft>
                <a:spcPts val="0"/>
              </a:spcAft>
              <a:buClr>
                <a:schemeClr val="dk1"/>
              </a:buClr>
              <a:buSzPts val="1600"/>
              <a:buNone/>
              <a:defRPr sz="2133" b="1">
                <a:solidFill>
                  <a:schemeClr val="dk1"/>
                </a:solidFill>
              </a:defRPr>
            </a:lvl4pPr>
            <a:lvl5pPr lvl="4" rtl="0">
              <a:spcBef>
                <a:spcPts val="0"/>
              </a:spcBef>
              <a:spcAft>
                <a:spcPts val="0"/>
              </a:spcAft>
              <a:buClr>
                <a:schemeClr val="dk1"/>
              </a:buClr>
              <a:buSzPts val="1600"/>
              <a:buNone/>
              <a:defRPr sz="2133" b="1">
                <a:solidFill>
                  <a:schemeClr val="dk1"/>
                </a:solidFill>
              </a:defRPr>
            </a:lvl5pPr>
            <a:lvl6pPr lvl="5" rtl="0">
              <a:spcBef>
                <a:spcPts val="0"/>
              </a:spcBef>
              <a:spcAft>
                <a:spcPts val="0"/>
              </a:spcAft>
              <a:buClr>
                <a:schemeClr val="dk1"/>
              </a:buClr>
              <a:buSzPts val="1600"/>
              <a:buNone/>
              <a:defRPr sz="2133" b="1">
                <a:solidFill>
                  <a:schemeClr val="dk1"/>
                </a:solidFill>
              </a:defRPr>
            </a:lvl6pPr>
            <a:lvl7pPr lvl="6" rtl="0">
              <a:spcBef>
                <a:spcPts val="0"/>
              </a:spcBef>
              <a:spcAft>
                <a:spcPts val="0"/>
              </a:spcAft>
              <a:buClr>
                <a:schemeClr val="dk1"/>
              </a:buClr>
              <a:buSzPts val="1600"/>
              <a:buNone/>
              <a:defRPr sz="2133" b="1">
                <a:solidFill>
                  <a:schemeClr val="dk1"/>
                </a:solidFill>
              </a:defRPr>
            </a:lvl7pPr>
            <a:lvl8pPr lvl="7" rtl="0">
              <a:spcBef>
                <a:spcPts val="0"/>
              </a:spcBef>
              <a:spcAft>
                <a:spcPts val="0"/>
              </a:spcAft>
              <a:buClr>
                <a:schemeClr val="dk1"/>
              </a:buClr>
              <a:buSzPts val="1600"/>
              <a:buNone/>
              <a:defRPr sz="2133" b="1">
                <a:solidFill>
                  <a:schemeClr val="dk1"/>
                </a:solidFill>
              </a:defRPr>
            </a:lvl8pPr>
            <a:lvl9pPr lvl="8" rtl="0">
              <a:spcBef>
                <a:spcPts val="0"/>
              </a:spcBef>
              <a:spcAft>
                <a:spcPts val="0"/>
              </a:spcAft>
              <a:buClr>
                <a:schemeClr val="dk1"/>
              </a:buClr>
              <a:buSzPts val="1600"/>
              <a:buNone/>
              <a:defRPr sz="2133" b="1">
                <a:solidFill>
                  <a:schemeClr val="dk1"/>
                </a:solidFill>
              </a:defRPr>
            </a:lvl9pPr>
          </a:lstStyle>
          <a:p>
            <a:endParaRPr/>
          </a:p>
        </p:txBody>
      </p:sp>
      <p:sp>
        <p:nvSpPr>
          <p:cNvPr id="3023" name="Google Shape;3023;p256"/>
          <p:cNvSpPr/>
          <p:nvPr/>
        </p:nvSpPr>
        <p:spPr>
          <a:xfrm rot="5400000">
            <a:off x="5834451" y="2275951"/>
            <a:ext cx="914400" cy="24400"/>
          </a:xfrm>
          <a:prstGeom prst="roundRect">
            <a:avLst>
              <a:gd name="adj" fmla="val 50000"/>
            </a:avLst>
          </a:prstGeom>
          <a:gradFill>
            <a:gsLst>
              <a:gs pos="0">
                <a:srgbClr val="A371F7"/>
              </a:gs>
              <a:gs pos="100000">
                <a:srgbClr val="DB61A2"/>
              </a:gs>
            </a:gsLst>
            <a:lin ang="8099331" scaled="0"/>
          </a:gra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67" b="0" i="0" u="none" strike="noStrike" kern="1200" cap="none" spc="0" normalizeH="0" baseline="0" noProof="0">
              <a:ln>
                <a:noFill/>
              </a:ln>
              <a:solidFill>
                <a:srgbClr val="000000"/>
              </a:solidFill>
              <a:effectLst/>
              <a:uLnTx/>
              <a:uFillTx/>
              <a:latin typeface="Segoe Sans Text"/>
              <a:ea typeface="+mn-ea"/>
              <a:cs typeface="+mn-cs"/>
            </a:endParaRPr>
          </a:p>
        </p:txBody>
      </p:sp>
      <p:sp>
        <p:nvSpPr>
          <p:cNvPr id="3024" name="Google Shape;3024;p256"/>
          <p:cNvSpPr/>
          <p:nvPr/>
        </p:nvSpPr>
        <p:spPr>
          <a:xfrm rot="5400000">
            <a:off x="627473" y="2275951"/>
            <a:ext cx="914400" cy="24400"/>
          </a:xfrm>
          <a:prstGeom prst="roundRect">
            <a:avLst>
              <a:gd name="adj" fmla="val 50000"/>
            </a:avLst>
          </a:prstGeom>
          <a:gradFill>
            <a:gsLst>
              <a:gs pos="0">
                <a:srgbClr val="388BFD"/>
              </a:gs>
              <a:gs pos="50000">
                <a:srgbClr val="797EF9"/>
              </a:gs>
              <a:gs pos="100000">
                <a:srgbClr val="A371F7"/>
              </a:gs>
            </a:gsLst>
            <a:lin ang="8099331" scaled="0"/>
          </a:gra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67" b="0" i="0" u="none" strike="noStrike" kern="1200" cap="none" spc="0" normalizeH="0" baseline="0" noProof="0">
              <a:ln>
                <a:noFill/>
              </a:ln>
              <a:solidFill>
                <a:srgbClr val="000000"/>
              </a:solidFill>
              <a:effectLst/>
              <a:uLnTx/>
              <a:uFillTx/>
              <a:latin typeface="Segoe Sans Text"/>
              <a:ea typeface="+mn-ea"/>
              <a:cs typeface="+mn-cs"/>
            </a:endParaRPr>
          </a:p>
        </p:txBody>
      </p:sp>
      <p:sp>
        <p:nvSpPr>
          <p:cNvPr id="3025" name="Google Shape;3025;p256"/>
          <p:cNvSpPr txBox="1">
            <a:spLocks noGrp="1"/>
          </p:cNvSpPr>
          <p:nvPr>
            <p:ph type="subTitle" idx="2"/>
          </p:nvPr>
        </p:nvSpPr>
        <p:spPr>
          <a:xfrm>
            <a:off x="6687284" y="2059551"/>
            <a:ext cx="4025600" cy="457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7" b="1">
                <a:solidFill>
                  <a:schemeClr val="dk1"/>
                </a:solidFill>
              </a:defRPr>
            </a:lvl1pPr>
            <a:lvl2pPr lvl="1" rtl="0">
              <a:spcBef>
                <a:spcPts val="0"/>
              </a:spcBef>
              <a:spcAft>
                <a:spcPts val="0"/>
              </a:spcAft>
              <a:buClr>
                <a:schemeClr val="dk1"/>
              </a:buClr>
              <a:buSzPts val="1600"/>
              <a:buNone/>
              <a:defRPr sz="2133" b="1">
                <a:solidFill>
                  <a:schemeClr val="dk1"/>
                </a:solidFill>
              </a:defRPr>
            </a:lvl2pPr>
            <a:lvl3pPr lvl="2" rtl="0">
              <a:spcBef>
                <a:spcPts val="0"/>
              </a:spcBef>
              <a:spcAft>
                <a:spcPts val="0"/>
              </a:spcAft>
              <a:buClr>
                <a:schemeClr val="dk1"/>
              </a:buClr>
              <a:buSzPts val="1600"/>
              <a:buNone/>
              <a:defRPr sz="2133" b="1">
                <a:solidFill>
                  <a:schemeClr val="dk1"/>
                </a:solidFill>
              </a:defRPr>
            </a:lvl3pPr>
            <a:lvl4pPr lvl="3" rtl="0">
              <a:spcBef>
                <a:spcPts val="0"/>
              </a:spcBef>
              <a:spcAft>
                <a:spcPts val="0"/>
              </a:spcAft>
              <a:buClr>
                <a:schemeClr val="dk1"/>
              </a:buClr>
              <a:buSzPts val="1600"/>
              <a:buNone/>
              <a:defRPr sz="2133" b="1">
                <a:solidFill>
                  <a:schemeClr val="dk1"/>
                </a:solidFill>
              </a:defRPr>
            </a:lvl4pPr>
            <a:lvl5pPr lvl="4" rtl="0">
              <a:spcBef>
                <a:spcPts val="0"/>
              </a:spcBef>
              <a:spcAft>
                <a:spcPts val="0"/>
              </a:spcAft>
              <a:buClr>
                <a:schemeClr val="dk1"/>
              </a:buClr>
              <a:buSzPts val="1600"/>
              <a:buNone/>
              <a:defRPr sz="2133" b="1">
                <a:solidFill>
                  <a:schemeClr val="dk1"/>
                </a:solidFill>
              </a:defRPr>
            </a:lvl5pPr>
            <a:lvl6pPr lvl="5" rtl="0">
              <a:spcBef>
                <a:spcPts val="0"/>
              </a:spcBef>
              <a:spcAft>
                <a:spcPts val="0"/>
              </a:spcAft>
              <a:buClr>
                <a:schemeClr val="dk1"/>
              </a:buClr>
              <a:buSzPts val="1600"/>
              <a:buNone/>
              <a:defRPr sz="2133" b="1">
                <a:solidFill>
                  <a:schemeClr val="dk1"/>
                </a:solidFill>
              </a:defRPr>
            </a:lvl6pPr>
            <a:lvl7pPr lvl="6" rtl="0">
              <a:spcBef>
                <a:spcPts val="0"/>
              </a:spcBef>
              <a:spcAft>
                <a:spcPts val="0"/>
              </a:spcAft>
              <a:buClr>
                <a:schemeClr val="dk1"/>
              </a:buClr>
              <a:buSzPts val="1600"/>
              <a:buNone/>
              <a:defRPr sz="2133" b="1">
                <a:solidFill>
                  <a:schemeClr val="dk1"/>
                </a:solidFill>
              </a:defRPr>
            </a:lvl7pPr>
            <a:lvl8pPr lvl="7" rtl="0">
              <a:spcBef>
                <a:spcPts val="0"/>
              </a:spcBef>
              <a:spcAft>
                <a:spcPts val="0"/>
              </a:spcAft>
              <a:buClr>
                <a:schemeClr val="dk1"/>
              </a:buClr>
              <a:buSzPts val="1600"/>
              <a:buNone/>
              <a:defRPr sz="2133" b="1">
                <a:solidFill>
                  <a:schemeClr val="dk1"/>
                </a:solidFill>
              </a:defRPr>
            </a:lvl8pPr>
            <a:lvl9pPr lvl="8" rtl="0">
              <a:spcBef>
                <a:spcPts val="0"/>
              </a:spcBef>
              <a:spcAft>
                <a:spcPts val="0"/>
              </a:spcAft>
              <a:buClr>
                <a:schemeClr val="dk1"/>
              </a:buClr>
              <a:buSzPts val="1600"/>
              <a:buNone/>
              <a:defRPr sz="2133" b="1">
                <a:solidFill>
                  <a:schemeClr val="dk1"/>
                </a:solidFill>
              </a:defRPr>
            </a:lvl9pPr>
          </a:lstStyle>
          <a:p>
            <a:endParaRPr/>
          </a:p>
        </p:txBody>
      </p:sp>
      <p:sp>
        <p:nvSpPr>
          <p:cNvPr id="3026" name="Google Shape;3026;p256"/>
          <p:cNvSpPr txBox="1">
            <a:spLocks noGrp="1"/>
          </p:cNvSpPr>
          <p:nvPr>
            <p:ph type="sldNum" idx="12"/>
          </p:nvPr>
        </p:nvSpPr>
        <p:spPr>
          <a:xfrm>
            <a:off x="11409045" y="6333135"/>
            <a:ext cx="731600" cy="524800"/>
          </a:xfrm>
          <a:prstGeom prst="rect">
            <a:avLst/>
          </a:prstGeom>
          <a:noFill/>
          <a:ln>
            <a:noFill/>
          </a:ln>
        </p:spPr>
        <p:txBody>
          <a:bodyPr spcFirstLastPara="1" wrap="square" lIns="91425" tIns="91425" rIns="91425" bIns="91425" anchor="t" anchorCtr="0">
            <a:no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 sz="1800" b="0" i="0" u="none" strike="noStrike" kern="1200" cap="none" spc="0" normalizeH="0" baseline="0" noProof="0">
                <a:ln>
                  <a:noFill/>
                </a:ln>
                <a:solidFill>
                  <a:srgbClr val="0078D4"/>
                </a:solidFill>
                <a:effectLst/>
                <a:uLnTx/>
                <a:uFillTx/>
                <a:latin typeface="Segoe Sans Tex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sz="1800" b="0" i="0" u="none" strike="noStrike" kern="1200" cap="none" spc="0" normalizeH="0" baseline="0" noProof="0">
              <a:ln>
                <a:noFill/>
              </a:ln>
              <a:solidFill>
                <a:srgbClr val="0078D4"/>
              </a:solidFill>
              <a:effectLst/>
              <a:uLnTx/>
              <a:uFillTx/>
              <a:latin typeface="Segoe Sans Text"/>
              <a:ea typeface="+mn-ea"/>
              <a:cs typeface="+mn-cs"/>
            </a:endParaRPr>
          </a:p>
        </p:txBody>
      </p:sp>
      <p:sp>
        <p:nvSpPr>
          <p:cNvPr id="3027" name="Google Shape;3027;p256"/>
          <p:cNvSpPr txBox="1">
            <a:spLocks noGrp="1"/>
          </p:cNvSpPr>
          <p:nvPr>
            <p:ph type="subTitle" idx="3"/>
          </p:nvPr>
        </p:nvSpPr>
        <p:spPr>
          <a:xfrm>
            <a:off x="1481132" y="2817384"/>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028" name="Google Shape;3028;p256"/>
          <p:cNvSpPr txBox="1">
            <a:spLocks noGrp="1"/>
          </p:cNvSpPr>
          <p:nvPr>
            <p:ph type="subTitle" idx="4"/>
          </p:nvPr>
        </p:nvSpPr>
        <p:spPr>
          <a:xfrm>
            <a:off x="1481136" y="3472235"/>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029" name="Google Shape;3029;p256"/>
          <p:cNvSpPr txBox="1">
            <a:spLocks noGrp="1"/>
          </p:cNvSpPr>
          <p:nvPr>
            <p:ph type="subTitle" idx="5"/>
          </p:nvPr>
        </p:nvSpPr>
        <p:spPr>
          <a:xfrm>
            <a:off x="1481136" y="4127085"/>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030" name="Google Shape;3030;p256"/>
          <p:cNvSpPr txBox="1">
            <a:spLocks noGrp="1"/>
          </p:cNvSpPr>
          <p:nvPr>
            <p:ph type="subTitle" idx="6"/>
          </p:nvPr>
        </p:nvSpPr>
        <p:spPr>
          <a:xfrm>
            <a:off x="1481136" y="4781936"/>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031" name="Google Shape;3031;p256"/>
          <p:cNvSpPr txBox="1">
            <a:spLocks noGrp="1"/>
          </p:cNvSpPr>
          <p:nvPr>
            <p:ph type="title"/>
          </p:nvPr>
        </p:nvSpPr>
        <p:spPr>
          <a:xfrm>
            <a:off x="0" y="336863"/>
            <a:ext cx="12192000" cy="820800"/>
          </a:xfrm>
          <a:prstGeom prst="rect">
            <a:avLst/>
          </a:prstGeom>
          <a:noFill/>
          <a:ln>
            <a:noFill/>
          </a:ln>
        </p:spPr>
        <p:txBody>
          <a:bodyPr spcFirstLastPara="1" wrap="square" lIns="34275" tIns="17150" rIns="34275" bIns="17150" anchor="ctr" anchorCtr="0">
            <a:noAutofit/>
          </a:bodyPr>
          <a:lstStyle>
            <a:lvl1pPr marR="0" lvl="0" algn="ctr" rtl="0">
              <a:lnSpc>
                <a:spcPct val="100000"/>
              </a:lnSpc>
              <a:spcBef>
                <a:spcPts val="0"/>
              </a:spcBef>
              <a:spcAft>
                <a:spcPts val="0"/>
              </a:spcAft>
              <a:buClr>
                <a:schemeClr val="dk1"/>
              </a:buClr>
              <a:buSzPts val="4000"/>
              <a:buFont typeface="Arial"/>
              <a:buNone/>
              <a:defRPr sz="5333" b="1"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rgbClr val="F0F6FC"/>
              </a:buClr>
              <a:buSzPts val="4000"/>
              <a:buFont typeface="Arial"/>
              <a:buNone/>
              <a:defRPr sz="5333" b="1" i="0" u="none" strike="noStrike" cap="none">
                <a:solidFill>
                  <a:srgbClr val="F0F6FC"/>
                </a:solidFill>
                <a:latin typeface="Arial"/>
                <a:ea typeface="Arial"/>
                <a:cs typeface="Arial"/>
                <a:sym typeface="Arial"/>
              </a:defRPr>
            </a:lvl2pPr>
            <a:lvl3pPr marR="0" lvl="2" algn="ctr" rtl="0">
              <a:lnSpc>
                <a:spcPct val="100000"/>
              </a:lnSpc>
              <a:spcBef>
                <a:spcPts val="0"/>
              </a:spcBef>
              <a:spcAft>
                <a:spcPts val="0"/>
              </a:spcAft>
              <a:buClr>
                <a:srgbClr val="F0F6FC"/>
              </a:buClr>
              <a:buSzPts val="4000"/>
              <a:buFont typeface="Arial"/>
              <a:buNone/>
              <a:defRPr sz="5333" b="1" i="0" u="none" strike="noStrike" cap="none">
                <a:solidFill>
                  <a:srgbClr val="F0F6FC"/>
                </a:solidFill>
                <a:latin typeface="Arial"/>
                <a:ea typeface="Arial"/>
                <a:cs typeface="Arial"/>
                <a:sym typeface="Arial"/>
              </a:defRPr>
            </a:lvl3pPr>
            <a:lvl4pPr marR="0" lvl="3" algn="ctr" rtl="0">
              <a:lnSpc>
                <a:spcPct val="100000"/>
              </a:lnSpc>
              <a:spcBef>
                <a:spcPts val="0"/>
              </a:spcBef>
              <a:spcAft>
                <a:spcPts val="0"/>
              </a:spcAft>
              <a:buClr>
                <a:srgbClr val="F0F6FC"/>
              </a:buClr>
              <a:buSzPts val="4000"/>
              <a:buFont typeface="Arial"/>
              <a:buNone/>
              <a:defRPr sz="5333" b="1" i="0" u="none" strike="noStrike" cap="none">
                <a:solidFill>
                  <a:srgbClr val="F0F6FC"/>
                </a:solidFill>
                <a:latin typeface="Arial"/>
                <a:ea typeface="Arial"/>
                <a:cs typeface="Arial"/>
                <a:sym typeface="Arial"/>
              </a:defRPr>
            </a:lvl4pPr>
            <a:lvl5pPr marR="0" lvl="4" algn="ctr" rtl="0">
              <a:lnSpc>
                <a:spcPct val="100000"/>
              </a:lnSpc>
              <a:spcBef>
                <a:spcPts val="0"/>
              </a:spcBef>
              <a:spcAft>
                <a:spcPts val="0"/>
              </a:spcAft>
              <a:buClr>
                <a:srgbClr val="F0F6FC"/>
              </a:buClr>
              <a:buSzPts val="4000"/>
              <a:buFont typeface="Arial"/>
              <a:buNone/>
              <a:defRPr sz="5333" b="1" i="0" u="none" strike="noStrike" cap="none">
                <a:solidFill>
                  <a:srgbClr val="F0F6FC"/>
                </a:solidFill>
                <a:latin typeface="Arial"/>
                <a:ea typeface="Arial"/>
                <a:cs typeface="Arial"/>
                <a:sym typeface="Arial"/>
              </a:defRPr>
            </a:lvl5pPr>
            <a:lvl6pPr marR="0" lvl="5" algn="ctr" rtl="0">
              <a:lnSpc>
                <a:spcPct val="100000"/>
              </a:lnSpc>
              <a:spcBef>
                <a:spcPts val="0"/>
              </a:spcBef>
              <a:spcAft>
                <a:spcPts val="0"/>
              </a:spcAft>
              <a:buClr>
                <a:srgbClr val="F0F6FC"/>
              </a:buClr>
              <a:buSzPts val="4000"/>
              <a:buFont typeface="Arial"/>
              <a:buNone/>
              <a:defRPr sz="5333" b="1" i="0" u="none" strike="noStrike" cap="none">
                <a:solidFill>
                  <a:srgbClr val="F0F6FC"/>
                </a:solidFill>
                <a:latin typeface="Arial"/>
                <a:ea typeface="Arial"/>
                <a:cs typeface="Arial"/>
                <a:sym typeface="Arial"/>
              </a:defRPr>
            </a:lvl6pPr>
            <a:lvl7pPr marR="0" lvl="6" algn="ctr" rtl="0">
              <a:lnSpc>
                <a:spcPct val="100000"/>
              </a:lnSpc>
              <a:spcBef>
                <a:spcPts val="0"/>
              </a:spcBef>
              <a:spcAft>
                <a:spcPts val="0"/>
              </a:spcAft>
              <a:buClr>
                <a:srgbClr val="F0F6FC"/>
              </a:buClr>
              <a:buSzPts val="4000"/>
              <a:buFont typeface="Arial"/>
              <a:buNone/>
              <a:defRPr sz="5333" b="1" i="0" u="none" strike="noStrike" cap="none">
                <a:solidFill>
                  <a:srgbClr val="F0F6FC"/>
                </a:solidFill>
                <a:latin typeface="Arial"/>
                <a:ea typeface="Arial"/>
                <a:cs typeface="Arial"/>
                <a:sym typeface="Arial"/>
              </a:defRPr>
            </a:lvl7pPr>
            <a:lvl8pPr marR="0" lvl="7" algn="ctr" rtl="0">
              <a:lnSpc>
                <a:spcPct val="100000"/>
              </a:lnSpc>
              <a:spcBef>
                <a:spcPts val="0"/>
              </a:spcBef>
              <a:spcAft>
                <a:spcPts val="0"/>
              </a:spcAft>
              <a:buClr>
                <a:srgbClr val="F0F6FC"/>
              </a:buClr>
              <a:buSzPts val="4000"/>
              <a:buFont typeface="Arial"/>
              <a:buNone/>
              <a:defRPr sz="5333" b="1" i="0" u="none" strike="noStrike" cap="none">
                <a:solidFill>
                  <a:srgbClr val="F0F6FC"/>
                </a:solidFill>
                <a:latin typeface="Arial"/>
                <a:ea typeface="Arial"/>
                <a:cs typeface="Arial"/>
                <a:sym typeface="Arial"/>
              </a:defRPr>
            </a:lvl8pPr>
            <a:lvl9pPr marR="0" lvl="8" algn="ctr" rtl="0">
              <a:lnSpc>
                <a:spcPct val="100000"/>
              </a:lnSpc>
              <a:spcBef>
                <a:spcPts val="0"/>
              </a:spcBef>
              <a:spcAft>
                <a:spcPts val="0"/>
              </a:spcAft>
              <a:buClr>
                <a:srgbClr val="F0F6FC"/>
              </a:buClr>
              <a:buSzPts val="4000"/>
              <a:buFont typeface="Arial"/>
              <a:buNone/>
              <a:defRPr sz="5333" b="1" i="0" u="none" strike="noStrike" cap="none">
                <a:solidFill>
                  <a:srgbClr val="F0F6FC"/>
                </a:solidFill>
                <a:latin typeface="Arial"/>
                <a:ea typeface="Arial"/>
                <a:cs typeface="Arial"/>
                <a:sym typeface="Arial"/>
              </a:defRPr>
            </a:lvl9pPr>
          </a:lstStyle>
          <a:p>
            <a:endParaRPr/>
          </a:p>
        </p:txBody>
      </p:sp>
      <p:sp>
        <p:nvSpPr>
          <p:cNvPr id="3032" name="Google Shape;3032;p256"/>
          <p:cNvSpPr txBox="1">
            <a:spLocks noGrp="1"/>
          </p:cNvSpPr>
          <p:nvPr>
            <p:ph type="subTitle" idx="7"/>
          </p:nvPr>
        </p:nvSpPr>
        <p:spPr>
          <a:xfrm>
            <a:off x="1481136" y="5436787"/>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033" name="Google Shape;3033;p256"/>
          <p:cNvSpPr txBox="1">
            <a:spLocks noGrp="1"/>
          </p:cNvSpPr>
          <p:nvPr>
            <p:ph type="subTitle" idx="8"/>
          </p:nvPr>
        </p:nvSpPr>
        <p:spPr>
          <a:xfrm>
            <a:off x="6687299" y="2817384"/>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034" name="Google Shape;3034;p256"/>
          <p:cNvSpPr txBox="1">
            <a:spLocks noGrp="1"/>
          </p:cNvSpPr>
          <p:nvPr>
            <p:ph type="subTitle" idx="9"/>
          </p:nvPr>
        </p:nvSpPr>
        <p:spPr>
          <a:xfrm>
            <a:off x="6687303" y="3472235"/>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035" name="Google Shape;3035;p256"/>
          <p:cNvSpPr txBox="1">
            <a:spLocks noGrp="1"/>
          </p:cNvSpPr>
          <p:nvPr>
            <p:ph type="subTitle" idx="13"/>
          </p:nvPr>
        </p:nvSpPr>
        <p:spPr>
          <a:xfrm>
            <a:off x="6687303" y="4127085"/>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036" name="Google Shape;3036;p256"/>
          <p:cNvSpPr txBox="1">
            <a:spLocks noGrp="1"/>
          </p:cNvSpPr>
          <p:nvPr>
            <p:ph type="subTitle" idx="14"/>
          </p:nvPr>
        </p:nvSpPr>
        <p:spPr>
          <a:xfrm>
            <a:off x="6687303" y="4781936"/>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037" name="Google Shape;3037;p256"/>
          <p:cNvSpPr txBox="1">
            <a:spLocks noGrp="1"/>
          </p:cNvSpPr>
          <p:nvPr>
            <p:ph type="subTitle" idx="15"/>
          </p:nvPr>
        </p:nvSpPr>
        <p:spPr>
          <a:xfrm>
            <a:off x="6687303" y="5436787"/>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Tree>
    <p:extLst>
      <p:ext uri="{BB962C8B-B14F-4D97-AF65-F5344CB8AC3E}">
        <p14:creationId xmlns:p14="http://schemas.microsoft.com/office/powerpoint/2010/main" val="735592535"/>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1 Sess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A blue and green curved object&#10;&#10;Description automatically generated">
            <a:extLst>
              <a:ext uri="{FF2B5EF4-FFF2-40B4-BE49-F238E27FC236}">
                <a16:creationId xmlns:a16="http://schemas.microsoft.com/office/drawing/2014/main" id="{4130102C-F6DB-B17F-A3E3-A39464815733}"/>
              </a:ext>
            </a:extLst>
          </p:cNvPr>
          <p:cNvPicPr>
            <a:picLocks noChangeAspect="1"/>
          </p:cNvPicPr>
          <p:nvPr userDrawn="1"/>
        </p:nvPicPr>
        <p:blipFill>
          <a:blip r:embed="rId3">
            <a:extLst>
              <a:ext uri="{BEBA8EAE-BF5A-486C-A8C5-ECC9F3942E4B}">
                <a14:imgProps xmlns:a14="http://schemas.microsoft.com/office/drawing/2010/main">
                  <a14:imgLayer r:embed="rId4">
                    <a14:imgEffect>
                      <a14:artisticBlur radius="60"/>
                    </a14:imgEffect>
                  </a14:imgLayer>
                </a14:imgProps>
              </a:ex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6B92EBA-31A5-AF71-1D69-5B223CACAB15}"/>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6" name="Rectangle: Rounded Corners 5">
            <a:extLst>
              <a:ext uri="{FF2B5EF4-FFF2-40B4-BE49-F238E27FC236}">
                <a16:creationId xmlns:a16="http://schemas.microsoft.com/office/drawing/2014/main" id="{9619D37F-A4A5-EB65-3C61-21332240AED4}"/>
              </a:ext>
            </a:extLst>
          </p:cNvPr>
          <p:cNvSpPr/>
          <p:nvPr userDrawn="1"/>
        </p:nvSpPr>
        <p:spPr bwMode="auto">
          <a:xfrm rot="16200000">
            <a:off x="2985375" y="-2422713"/>
            <a:ext cx="6194362" cy="11703424"/>
          </a:xfrm>
          <a:prstGeom prst="roundRect">
            <a:avLst>
              <a:gd name="adj" fmla="val 2616"/>
            </a:avLst>
          </a:prstGeom>
          <a:gradFill flip="none" rotWithShape="1">
            <a:gsLst>
              <a:gs pos="100000">
                <a:schemeClr val="accent2"/>
              </a:gs>
              <a:gs pos="23000">
                <a:srgbClr val="091F2C">
                  <a:alpha val="30000"/>
                </a:srgbClr>
              </a:gs>
            </a:gsLst>
            <a:path path="circle">
              <a:fillToRect t="100000" r="100000"/>
            </a:path>
            <a:tileRect l="-100000" b="-100000"/>
          </a:gradFill>
          <a:ln>
            <a:noFill/>
            <a:headEnd type="none" w="med" len="med"/>
            <a:tailEnd type="none" w="med" len="med"/>
          </a:ln>
          <a:effectLst>
            <a:outerShdw blurRad="266700" algn="ctr" rotWithShape="0">
              <a:schemeClr val="accent2">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useBgFill="1">
        <p:nvSpPr>
          <p:cNvPr id="4" name="Rectangle: Top Corners Rounded 3">
            <a:extLst>
              <a:ext uri="{FF2B5EF4-FFF2-40B4-BE49-F238E27FC236}">
                <a16:creationId xmlns:a16="http://schemas.microsoft.com/office/drawing/2014/main" id="{1CC3CF95-FE3F-B45C-D9CA-92A25805EE11}"/>
              </a:ext>
            </a:extLst>
          </p:cNvPr>
          <p:cNvSpPr/>
          <p:nvPr userDrawn="1"/>
        </p:nvSpPr>
        <p:spPr bwMode="auto">
          <a:xfrm rot="5400000">
            <a:off x="5835204" y="427116"/>
            <a:ext cx="6194362" cy="6003766"/>
          </a:xfrm>
          <a:prstGeom prst="round2SameRect">
            <a:avLst>
              <a:gd name="adj1" fmla="val 1825"/>
              <a:gd name="adj2" fmla="val 0"/>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9" name="Title 13">
            <a:extLst>
              <a:ext uri="{FF2B5EF4-FFF2-40B4-BE49-F238E27FC236}">
                <a16:creationId xmlns:a16="http://schemas.microsoft.com/office/drawing/2014/main" id="{550159F9-2F3D-D4F4-5BE8-E72231BDBCBB}"/>
              </a:ext>
            </a:extLst>
          </p:cNvPr>
          <p:cNvSpPr>
            <a:spLocks noGrp="1"/>
          </p:cNvSpPr>
          <p:nvPr>
            <p:ph type="title" hasCustomPrompt="1"/>
          </p:nvPr>
        </p:nvSpPr>
        <p:spPr>
          <a:xfrm>
            <a:off x="1183481" y="2782667"/>
            <a:ext cx="4059079" cy="1292662"/>
          </a:xfrm>
          <a:noFill/>
        </p:spPr>
        <p:txBody>
          <a:bodyPr wrap="square" lIns="0" tIns="0" rIns="0" bIns="0" rtlCol="0">
            <a:noAutofit/>
          </a:bodyPr>
          <a:lstStyle>
            <a:lvl1pPr>
              <a:defRPr kumimoji="0" lang="en-GB" sz="2800" i="0" u="none" strike="noStrike" spc="0" normalizeH="0" dirty="0">
                <a:ln>
                  <a:noFill/>
                </a:ln>
                <a:solidFill>
                  <a:srgbClr val="FFFFFF"/>
                </a:solidFill>
                <a:uLnTx/>
                <a:uFillTx/>
                <a:latin typeface="Segoe Sans Text Semibold"/>
                <a:cs typeface="+mn-cs"/>
              </a:defRPr>
            </a:lvl1pPr>
          </a:lstStyle>
          <a:p>
            <a:pPr marL="0" marR="0" lvl="0" indent="0" defTabSz="914367" fontAlgn="auto">
              <a:spcBef>
                <a:spcPts val="0"/>
              </a:spcBef>
              <a:spcAft>
                <a:spcPts val="0"/>
              </a:spcAft>
              <a:buClrTx/>
              <a:buSzTx/>
              <a:buFontTx/>
              <a:tabLst/>
            </a:pPr>
            <a:r>
              <a:rPr lang="en-US"/>
              <a:t>Click to edit</a:t>
            </a:r>
            <a:br>
              <a:rPr lang="en-US"/>
            </a:br>
            <a:r>
              <a:rPr lang="en-US"/>
              <a:t>session title up to</a:t>
            </a:r>
            <a:br>
              <a:rPr lang="en-US"/>
            </a:br>
            <a:r>
              <a:rPr lang="en-US"/>
              <a:t>three lines</a:t>
            </a:r>
            <a:endParaRPr lang="en-GB"/>
          </a:p>
        </p:txBody>
      </p:sp>
      <p:sp>
        <p:nvSpPr>
          <p:cNvPr id="10" name="Content Placeholder 2">
            <a:extLst>
              <a:ext uri="{FF2B5EF4-FFF2-40B4-BE49-F238E27FC236}">
                <a16:creationId xmlns:a16="http://schemas.microsoft.com/office/drawing/2014/main" id="{43140704-0FEA-612C-8A24-91EA995D093B}"/>
              </a:ext>
            </a:extLst>
          </p:cNvPr>
          <p:cNvSpPr>
            <a:spLocks noGrp="1"/>
          </p:cNvSpPr>
          <p:nvPr>
            <p:ph idx="1" hasCustomPrompt="1"/>
          </p:nvPr>
        </p:nvSpPr>
        <p:spPr>
          <a:xfrm>
            <a:off x="1210945" y="4984126"/>
            <a:ext cx="4031615" cy="276999"/>
          </a:xfrm>
          <a:prstGeom prst="rect">
            <a:avLst/>
          </a:prstGeom>
        </p:spPr>
        <p:txBody>
          <a:bodyPr wrap="square" lIns="0" tIns="0" rIns="0" bIns="0" anchor="t" anchorCtr="0">
            <a:spAutoFit/>
          </a:bodyPr>
          <a:lstStyle>
            <a:lvl1pPr>
              <a:defRPr kumimoji="0" lang="en-US" sz="18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Presenter name</a:t>
            </a:r>
          </a:p>
        </p:txBody>
      </p:sp>
      <p:sp>
        <p:nvSpPr>
          <p:cNvPr id="11" name="Content Placeholder 2">
            <a:extLst>
              <a:ext uri="{FF2B5EF4-FFF2-40B4-BE49-F238E27FC236}">
                <a16:creationId xmlns:a16="http://schemas.microsoft.com/office/drawing/2014/main" id="{5838FC83-D988-03FF-EB9B-9784B75AF5A6}"/>
              </a:ext>
            </a:extLst>
          </p:cNvPr>
          <p:cNvSpPr>
            <a:spLocks noGrp="1"/>
          </p:cNvSpPr>
          <p:nvPr>
            <p:ph idx="10" hasCustomPrompt="1"/>
          </p:nvPr>
        </p:nvSpPr>
        <p:spPr>
          <a:xfrm>
            <a:off x="1210945" y="5340384"/>
            <a:ext cx="4031615" cy="276999"/>
          </a:xfrm>
          <a:prstGeom prst="rect">
            <a:avLst/>
          </a:prstGeom>
        </p:spPr>
        <p:txBody>
          <a:bodyPr wrap="square" lIns="0" tIns="0" rIns="0" bIns="0" anchor="t" anchorCtr="0">
            <a:spAutoFit/>
          </a:bodyPr>
          <a:lstStyle>
            <a:lvl1pPr>
              <a:defRPr kumimoji="0" lang="en-US" sz="18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role/ title</a:t>
            </a:r>
          </a:p>
        </p:txBody>
      </p:sp>
    </p:spTree>
    <p:extLst>
      <p:ext uri="{BB962C8B-B14F-4D97-AF65-F5344CB8AC3E}">
        <p14:creationId xmlns:p14="http://schemas.microsoft.com/office/powerpoint/2010/main" val="4042138557"/>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EEN BLANK _ 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18" descr="A blue and green background with a curved piece of paper&#10;&#10;Description automatically generated">
            <a:extLst>
              <a:ext uri="{FF2B5EF4-FFF2-40B4-BE49-F238E27FC236}">
                <a16:creationId xmlns:a16="http://schemas.microsoft.com/office/drawing/2014/main" id="{56FFFD04-874D-7EEC-2D9B-4629FDDFAC53}"/>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Picture 2" hidden="1">
            <a:extLst>
              <a:ext uri="{FF2B5EF4-FFF2-40B4-BE49-F238E27FC236}">
                <a16:creationId xmlns:a16="http://schemas.microsoft.com/office/drawing/2014/main" id="{724A89F4-06BC-05C7-E624-3AD486724073}"/>
              </a:ext>
            </a:extLst>
          </p:cNvPr>
          <p:cNvPicPr>
            <a:picLocks noChangeAspect="1"/>
          </p:cNvPicPr>
          <p:nvPr userDrawn="1"/>
        </p:nvPicPr>
        <p:blipFill>
          <a:blip r:embed="rId4"/>
          <a:srcRect l="6" r="6"/>
          <a:stretch/>
        </p:blipFill>
        <p:spPr>
          <a:xfrm>
            <a:off x="0" y="959"/>
            <a:ext cx="12190515" cy="6856081"/>
          </a:xfrm>
          <a:prstGeom prst="rect">
            <a:avLst/>
          </a:prstGeom>
        </p:spPr>
      </p:pic>
      <p:sp>
        <p:nvSpPr>
          <p:cNvPr id="2" name="Rectangle 1" hidden="1">
            <a:extLst>
              <a:ext uri="{FF2B5EF4-FFF2-40B4-BE49-F238E27FC236}">
                <a16:creationId xmlns:a16="http://schemas.microsoft.com/office/drawing/2014/main" id="{0E0E72C2-9BD2-5AD9-B9CA-4BBC87DE030C}"/>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useBgFill="1">
        <p:nvSpPr>
          <p:cNvPr id="4" name="Rectangle: Rounded Corners 3">
            <a:extLst>
              <a:ext uri="{FF2B5EF4-FFF2-40B4-BE49-F238E27FC236}">
                <a16:creationId xmlns:a16="http://schemas.microsoft.com/office/drawing/2014/main" id="{1CC3CF95-FE3F-B45C-D9CA-92A25805EE11}"/>
              </a:ext>
            </a:extLst>
          </p:cNvPr>
          <p:cNvSpPr/>
          <p:nvPr userDrawn="1"/>
        </p:nvSpPr>
        <p:spPr bwMode="auto">
          <a:xfrm>
            <a:off x="230841" y="229394"/>
            <a:ext cx="11730318" cy="6399212"/>
          </a:xfrm>
          <a:prstGeom prst="roundRect">
            <a:avLst>
              <a:gd name="adj" fmla="val 2410"/>
            </a:avLst>
          </a:prstGeom>
          <a:ln>
            <a:noFill/>
            <a:headEnd type="none" w="med" len="med"/>
            <a:tailEnd type="none" w="med" len="med"/>
          </a:ln>
          <a:effectLst>
            <a:outerShdw blurRad="203200" algn="ctr" rotWithShape="0">
              <a:prstClr val="black">
                <a:alpha val="4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5" name="Rectangle: Rounded Corners 4">
            <a:extLst>
              <a:ext uri="{FF2B5EF4-FFF2-40B4-BE49-F238E27FC236}">
                <a16:creationId xmlns:a16="http://schemas.microsoft.com/office/drawing/2014/main" id="{45EB6F0F-15F3-B550-08B5-D31FDADC2D88}"/>
              </a:ext>
            </a:extLst>
          </p:cNvPr>
          <p:cNvSpPr/>
          <p:nvPr userDrawn="1"/>
        </p:nvSpPr>
        <p:spPr bwMode="auto">
          <a:xfrm>
            <a:off x="230841" y="229394"/>
            <a:ext cx="11730318" cy="6399212"/>
          </a:xfrm>
          <a:prstGeom prst="roundRect">
            <a:avLst>
              <a:gd name="adj" fmla="val 2410"/>
            </a:avLst>
          </a:prstGeom>
          <a:gradFill>
            <a:gsLst>
              <a:gs pos="100000">
                <a:srgbClr val="091F2C"/>
              </a:gs>
              <a:gs pos="0">
                <a:schemeClr val="accent2">
                  <a:alpha val="44000"/>
                </a:schemeClr>
              </a:gs>
            </a:gsLst>
            <a:path path="circle">
              <a:fillToRect l="50000" t="50000" r="50000" b="5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14" name="Title 13">
            <a:extLst>
              <a:ext uri="{FF2B5EF4-FFF2-40B4-BE49-F238E27FC236}">
                <a16:creationId xmlns:a16="http://schemas.microsoft.com/office/drawing/2014/main" id="{E6F5F079-BC6A-2F8A-3765-785292E0BBD1}"/>
              </a:ext>
            </a:extLst>
          </p:cNvPr>
          <p:cNvSpPr>
            <a:spLocks noGrp="1"/>
          </p:cNvSpPr>
          <p:nvPr>
            <p:ph type="title" hasCustomPrompt="1"/>
          </p:nvPr>
        </p:nvSpPr>
        <p:spPr>
          <a:xfrm>
            <a:off x="588263" y="593724"/>
            <a:ext cx="11018520" cy="998539"/>
          </a:xfrm>
          <a:noFill/>
        </p:spPr>
        <p:txBody>
          <a:bodyPr wrap="square" lIns="0" tIns="0" rIns="0" bIns="0" rtlCol="0">
            <a:noAutofit/>
          </a:bodyPr>
          <a:lstStyle>
            <a:lvl1pPr>
              <a:defRPr kumimoji="0" lang="en-GB" sz="3200" i="0" u="none" strike="noStrike" spc="0" normalizeH="0" dirty="0">
                <a:ln>
                  <a:noFill/>
                </a:ln>
                <a:solidFill>
                  <a:srgbClr val="FFFFFF"/>
                </a:solidFill>
                <a:uLnTx/>
                <a:uFillTx/>
                <a:latin typeface="Segoe Sans Text Semibold"/>
                <a:cs typeface="+mn-cs"/>
              </a:defRPr>
            </a:lvl1pPr>
          </a:lstStyle>
          <a:p>
            <a:pPr marL="0" marR="0" lvl="0" indent="0" defTabSz="914367" fontAlgn="auto">
              <a:spcBef>
                <a:spcPts val="0"/>
              </a:spcBef>
              <a:spcAft>
                <a:spcPts val="0"/>
              </a:spcAft>
              <a:buClrTx/>
              <a:buSzTx/>
              <a:buFontTx/>
              <a:tabLst/>
            </a:pPr>
            <a:r>
              <a:rPr lang="en-US"/>
              <a:t>Click to edit title</a:t>
            </a:r>
            <a:endParaRPr lang="en-GB"/>
          </a:p>
        </p:txBody>
      </p:sp>
    </p:spTree>
    <p:extLst>
      <p:ext uri="{BB962C8B-B14F-4D97-AF65-F5344CB8AC3E}">
        <p14:creationId xmlns:p14="http://schemas.microsoft.com/office/powerpoint/2010/main" val="2978405868"/>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and 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hidden="1">
            <a:extLst>
              <a:ext uri="{FF2B5EF4-FFF2-40B4-BE49-F238E27FC236}">
                <a16:creationId xmlns:a16="http://schemas.microsoft.com/office/drawing/2014/main" id="{724A89F4-06BC-05C7-E624-3AD486724073}"/>
              </a:ext>
            </a:extLst>
          </p:cNvPr>
          <p:cNvPicPr>
            <a:picLocks noChangeAspect="1"/>
          </p:cNvPicPr>
          <p:nvPr userDrawn="1"/>
        </p:nvPicPr>
        <p:blipFill>
          <a:blip r:embed="rId3"/>
          <a:srcRect l="6" r="6"/>
          <a:stretch/>
        </p:blipFill>
        <p:spPr>
          <a:xfrm>
            <a:off x="0" y="959"/>
            <a:ext cx="12190515" cy="6856081"/>
          </a:xfrm>
          <a:prstGeom prst="rect">
            <a:avLst/>
          </a:prstGeom>
        </p:spPr>
      </p:pic>
      <p:sp>
        <p:nvSpPr>
          <p:cNvPr id="2" name="Rectangle 1" hidden="1">
            <a:extLst>
              <a:ext uri="{FF2B5EF4-FFF2-40B4-BE49-F238E27FC236}">
                <a16:creationId xmlns:a16="http://schemas.microsoft.com/office/drawing/2014/main" id="{0E0E72C2-9BD2-5AD9-B9CA-4BBC87DE030C}"/>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Tree>
    <p:extLst>
      <p:ext uri="{BB962C8B-B14F-4D97-AF65-F5344CB8AC3E}">
        <p14:creationId xmlns:p14="http://schemas.microsoft.com/office/powerpoint/2010/main" val="2230358009"/>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14919-DB28-6AA4-F295-EBD3866E27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DE1BA9C-AA86-CB5D-83B8-A99CA3274D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55D903-9CA7-D707-83DF-9C747A3A31DA}"/>
              </a:ext>
            </a:extLst>
          </p:cNvPr>
          <p:cNvSpPr>
            <a:spLocks noGrp="1"/>
          </p:cNvSpPr>
          <p:nvPr>
            <p:ph type="dt" sz="half" idx="10"/>
          </p:nvPr>
        </p:nvSpPr>
        <p:spPr/>
        <p:txBody>
          <a:bodyPr/>
          <a:lstStyle/>
          <a:p>
            <a:fld id="{D8D52BA3-44A6-40CF-B9D5-0C4040E64EA5}" type="datetimeFigureOut">
              <a:rPr lang="en-US" smtClean="0"/>
              <a:t>3/27/2026</a:t>
            </a:fld>
            <a:endParaRPr lang="en-US"/>
          </a:p>
        </p:txBody>
      </p:sp>
      <p:sp>
        <p:nvSpPr>
          <p:cNvPr id="5" name="Footer Placeholder 4">
            <a:extLst>
              <a:ext uri="{FF2B5EF4-FFF2-40B4-BE49-F238E27FC236}">
                <a16:creationId xmlns:a16="http://schemas.microsoft.com/office/drawing/2014/main" id="{1F8C7282-43CD-0172-9914-481E747A59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294410-F206-DA21-BA8E-9593BD47C7B3}"/>
              </a:ext>
            </a:extLst>
          </p:cNvPr>
          <p:cNvSpPr>
            <a:spLocks noGrp="1"/>
          </p:cNvSpPr>
          <p:nvPr>
            <p:ph type="sldNum" sz="quarter" idx="12"/>
          </p:nvPr>
        </p:nvSpPr>
        <p:spPr/>
        <p:txBody>
          <a:bodyPr/>
          <a:lstStyle/>
          <a:p>
            <a:fld id="{CC2C21CC-D2C6-49B9-BA7F-7C7AE45E06AA}" type="slidenum">
              <a:rPr lang="en-US" smtClean="0"/>
              <a:t>‹#›</a:t>
            </a:fld>
            <a:endParaRPr lang="en-US"/>
          </a:p>
        </p:txBody>
      </p:sp>
    </p:spTree>
    <p:extLst>
      <p:ext uri="{BB962C8B-B14F-4D97-AF65-F5344CB8AC3E}">
        <p14:creationId xmlns:p14="http://schemas.microsoft.com/office/powerpoint/2010/main" val="4636313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847D-1CF6-46BA-B46B-48BED0604A28}"/>
              </a:ext>
            </a:extLst>
          </p:cNvPr>
          <p:cNvSpPr>
            <a:spLocks noGrp="1"/>
          </p:cNvSpPr>
          <p:nvPr>
            <p:ph type="ctrTitle"/>
          </p:nvPr>
        </p:nvSpPr>
        <p:spPr>
          <a:xfrm>
            <a:off x="1524000" y="1122363"/>
            <a:ext cx="9144000" cy="2387600"/>
          </a:xfrm>
        </p:spPr>
        <p:txBody>
          <a:bodyPr anchor="b"/>
          <a:lstStyle>
            <a:lvl1pPr algn="ctr">
              <a:defRPr sz="6000" b="1" cap="all" spc="1500" baseline="0">
                <a:latin typeface="+mj-lt"/>
                <a:ea typeface="Source Sans Pro SemiBold" panose="020B0603030403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7FB4F5A5-C931-4A4C-B6B1-EF4C95965BFF}"/>
              </a:ext>
            </a:extLst>
          </p:cNvPr>
          <p:cNvSpPr>
            <a:spLocks noGrp="1"/>
          </p:cNvSpPr>
          <p:nvPr>
            <p:ph type="subTitle" idx="1"/>
          </p:nvPr>
        </p:nvSpPr>
        <p:spPr>
          <a:xfrm>
            <a:off x="1524000" y="3602038"/>
            <a:ext cx="9144000" cy="1655762"/>
          </a:xfrm>
        </p:spPr>
        <p:txBody>
          <a:bodyPr/>
          <a:lstStyle>
            <a:lvl1pPr marL="0" indent="0" algn="ctr">
              <a:buNone/>
              <a:defRPr sz="2400" cap="all" spc="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DE4AEC-B6E4-439C-B716-EBE3D4D1DC76}"/>
              </a:ext>
            </a:extLst>
          </p:cNvPr>
          <p:cNvSpPr>
            <a:spLocks noGrp="1"/>
          </p:cNvSpPr>
          <p:nvPr>
            <p:ph type="dt" sz="half" idx="10"/>
          </p:nvPr>
        </p:nvSpPr>
        <p:spPr/>
        <p:txBody>
          <a:bodyPr/>
          <a:lstStyle/>
          <a:p>
            <a:fld id="{D6D0F569-AC90-44EB-9EF4-4E5C2F5D823C}" type="datetime1">
              <a:rPr lang="en-US" smtClean="0"/>
              <a:t>3/27/2026</a:t>
            </a:fld>
            <a:endParaRPr lang="en-US"/>
          </a:p>
        </p:txBody>
      </p:sp>
      <p:sp>
        <p:nvSpPr>
          <p:cNvPr id="5" name="Footer Placeholder 4">
            <a:extLst>
              <a:ext uri="{FF2B5EF4-FFF2-40B4-BE49-F238E27FC236}">
                <a16:creationId xmlns:a16="http://schemas.microsoft.com/office/drawing/2014/main" id="{F478BC18-102E-45BF-8FEA-801E9C59D143}"/>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FAA8BF5F-B1F8-461F-9B3D-7D50D02423E7}"/>
              </a:ext>
            </a:extLst>
          </p:cNvPr>
          <p:cNvSpPr>
            <a:spLocks noGrp="1"/>
          </p:cNvSpPr>
          <p:nvPr>
            <p:ph type="sldNum" sz="quarter" idx="12"/>
          </p:nvPr>
        </p:nvSpPr>
        <p:spPr/>
        <p:txBody>
          <a:bodyPr/>
          <a:lstStyle/>
          <a:p>
            <a:fld id="{F3450C42-9A0B-4425-92C2-70FCF7C45734}" type="slidenum">
              <a:rPr lang="en-US" smtClean="0"/>
              <a:t>‹#›</a:t>
            </a:fld>
            <a:endParaRPr lang="en-US"/>
          </a:p>
        </p:txBody>
      </p:sp>
    </p:spTree>
    <p:extLst>
      <p:ext uri="{BB962C8B-B14F-4D97-AF65-F5344CB8AC3E}">
        <p14:creationId xmlns:p14="http://schemas.microsoft.com/office/powerpoint/2010/main" val="6258268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8500-1605-41EA-A15F-9B79DF7E40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B14AC8-25A5-4D7F-BF23-CB20AA2ECF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95D22-0146-4DE2-9E78-4C00333D499A}"/>
              </a:ext>
            </a:extLst>
          </p:cNvPr>
          <p:cNvSpPr>
            <a:spLocks noGrp="1"/>
          </p:cNvSpPr>
          <p:nvPr>
            <p:ph type="dt" sz="half" idx="10"/>
          </p:nvPr>
        </p:nvSpPr>
        <p:spPr/>
        <p:txBody>
          <a:bodyPr/>
          <a:lstStyle/>
          <a:p>
            <a:fld id="{8C2D79EF-17C8-45D8-9866-DAF5723FC604}" type="datetime1">
              <a:rPr lang="en-US" smtClean="0"/>
              <a:t>3/27/2026</a:t>
            </a:fld>
            <a:endParaRPr lang="en-US"/>
          </a:p>
        </p:txBody>
      </p:sp>
      <p:sp>
        <p:nvSpPr>
          <p:cNvPr id="5" name="Footer Placeholder 4">
            <a:extLst>
              <a:ext uri="{FF2B5EF4-FFF2-40B4-BE49-F238E27FC236}">
                <a16:creationId xmlns:a16="http://schemas.microsoft.com/office/drawing/2014/main" id="{6459717A-A1FE-485D-AFFF-2C7026C710AA}"/>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076DB88B-64CF-4100-8F07-D191DD7939F9}"/>
              </a:ext>
            </a:extLst>
          </p:cNvPr>
          <p:cNvSpPr>
            <a:spLocks noGrp="1"/>
          </p:cNvSpPr>
          <p:nvPr>
            <p:ph type="sldNum" sz="quarter" idx="12"/>
          </p:nvPr>
        </p:nvSpPr>
        <p:spPr/>
        <p:txBody>
          <a:bodyPr/>
          <a:lstStyle/>
          <a:p>
            <a:fld id="{F3450C42-9A0B-4425-92C2-70FCF7C45734}" type="slidenum">
              <a:rPr lang="en-US" smtClean="0"/>
              <a:t>‹#›</a:t>
            </a:fld>
            <a:endParaRPr lang="en-US"/>
          </a:p>
        </p:txBody>
      </p:sp>
    </p:spTree>
    <p:extLst>
      <p:ext uri="{BB962C8B-B14F-4D97-AF65-F5344CB8AC3E}">
        <p14:creationId xmlns:p14="http://schemas.microsoft.com/office/powerpoint/2010/main" val="37737156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FE6C-EBF1-47DE-8468-E7125172B7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104992-D139-48DC-BCCE-D71EA23CA2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1AB8F6-0796-47E9-B1D4-760B7CCFC75D}"/>
              </a:ext>
            </a:extLst>
          </p:cNvPr>
          <p:cNvSpPr>
            <a:spLocks noGrp="1"/>
          </p:cNvSpPr>
          <p:nvPr>
            <p:ph type="dt" sz="half" idx="10"/>
          </p:nvPr>
        </p:nvSpPr>
        <p:spPr/>
        <p:txBody>
          <a:bodyPr/>
          <a:lstStyle/>
          <a:p>
            <a:fld id="{DFFC2ADC-3680-4013-A757-E4663495DB98}" type="datetime1">
              <a:rPr lang="en-US" smtClean="0"/>
              <a:t>3/27/2026</a:t>
            </a:fld>
            <a:endParaRPr lang="en-US"/>
          </a:p>
        </p:txBody>
      </p:sp>
      <p:sp>
        <p:nvSpPr>
          <p:cNvPr id="5" name="Footer Placeholder 4">
            <a:extLst>
              <a:ext uri="{FF2B5EF4-FFF2-40B4-BE49-F238E27FC236}">
                <a16:creationId xmlns:a16="http://schemas.microsoft.com/office/drawing/2014/main" id="{37886FC0-7327-44D9-B689-0AE73FD25596}"/>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219D265-BFBA-4C93-9B1A-B9483AE6BF32}"/>
              </a:ext>
            </a:extLst>
          </p:cNvPr>
          <p:cNvSpPr>
            <a:spLocks noGrp="1"/>
          </p:cNvSpPr>
          <p:nvPr>
            <p:ph type="sldNum" sz="quarter" idx="12"/>
          </p:nvPr>
        </p:nvSpPr>
        <p:spPr/>
        <p:txBody>
          <a:bodyPr/>
          <a:lstStyle/>
          <a:p>
            <a:fld id="{F3450C42-9A0B-4425-92C2-70FCF7C45734}" type="slidenum">
              <a:rPr lang="en-US" smtClean="0"/>
              <a:t>‹#›</a:t>
            </a:fld>
            <a:endParaRPr lang="en-US"/>
          </a:p>
        </p:txBody>
      </p:sp>
    </p:spTree>
    <p:extLst>
      <p:ext uri="{BB962C8B-B14F-4D97-AF65-F5344CB8AC3E}">
        <p14:creationId xmlns:p14="http://schemas.microsoft.com/office/powerpoint/2010/main" val="28566918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37BE-B22F-40EE-94F0-04549BC562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A71582-4BAF-4211-AD4A-476ED6EB11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9DCF6B-C800-4345-BAE9-EE9FA65903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087465-759F-4895-8FC6-DD464FB918CA}"/>
              </a:ext>
            </a:extLst>
          </p:cNvPr>
          <p:cNvSpPr>
            <a:spLocks noGrp="1"/>
          </p:cNvSpPr>
          <p:nvPr>
            <p:ph type="dt" sz="half" idx="10"/>
          </p:nvPr>
        </p:nvSpPr>
        <p:spPr/>
        <p:txBody>
          <a:bodyPr/>
          <a:lstStyle/>
          <a:p>
            <a:fld id="{4751BA94-5DCA-4F19-960F-0FB2BD5EE85A}" type="datetime1">
              <a:rPr lang="en-US" smtClean="0"/>
              <a:t>3/27/2026</a:t>
            </a:fld>
            <a:endParaRPr lang="en-US"/>
          </a:p>
        </p:txBody>
      </p:sp>
      <p:sp>
        <p:nvSpPr>
          <p:cNvPr id="6" name="Footer Placeholder 5">
            <a:extLst>
              <a:ext uri="{FF2B5EF4-FFF2-40B4-BE49-F238E27FC236}">
                <a16:creationId xmlns:a16="http://schemas.microsoft.com/office/drawing/2014/main" id="{92F1AA18-D8A5-44D9-881C-522258ED54D7}"/>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1C1BA574-A76A-4F4C-8CBD-768278B66E72}"/>
              </a:ext>
            </a:extLst>
          </p:cNvPr>
          <p:cNvSpPr>
            <a:spLocks noGrp="1"/>
          </p:cNvSpPr>
          <p:nvPr>
            <p:ph type="sldNum" sz="quarter" idx="12"/>
          </p:nvPr>
        </p:nvSpPr>
        <p:spPr/>
        <p:txBody>
          <a:bodyPr/>
          <a:lstStyle/>
          <a:p>
            <a:fld id="{F3450C42-9A0B-4425-92C2-70FCF7C45734}" type="slidenum">
              <a:rPr lang="en-US" smtClean="0"/>
              <a:t>‹#›</a:t>
            </a:fld>
            <a:endParaRPr lang="en-US"/>
          </a:p>
        </p:txBody>
      </p:sp>
    </p:spTree>
    <p:extLst>
      <p:ext uri="{BB962C8B-B14F-4D97-AF65-F5344CB8AC3E}">
        <p14:creationId xmlns:p14="http://schemas.microsoft.com/office/powerpoint/2010/main" val="29138810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1B666-D6BE-4FA8-9CF1-F15FD58B0C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BCE4B4A-DE64-4563-83CD-C40B1D681D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DA0314-0202-4E6D-8352-C28376A9C0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B56083-87B4-4603-B6FF-A9EB68E3E6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3708CF-F028-4917-A9CB-59BF5248A2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33C091-3B62-4087-9A97-63BBE28CFF17}"/>
              </a:ext>
            </a:extLst>
          </p:cNvPr>
          <p:cNvSpPr>
            <a:spLocks noGrp="1"/>
          </p:cNvSpPr>
          <p:nvPr>
            <p:ph type="dt" sz="half" idx="10"/>
          </p:nvPr>
        </p:nvSpPr>
        <p:spPr/>
        <p:txBody>
          <a:bodyPr/>
          <a:lstStyle/>
          <a:p>
            <a:fld id="{01BED947-38D9-44AC-8B89-E79758333B77}" type="datetime1">
              <a:rPr lang="en-US" smtClean="0"/>
              <a:t>3/27/2026</a:t>
            </a:fld>
            <a:endParaRPr lang="en-US"/>
          </a:p>
        </p:txBody>
      </p:sp>
      <p:sp>
        <p:nvSpPr>
          <p:cNvPr id="8" name="Footer Placeholder 7">
            <a:extLst>
              <a:ext uri="{FF2B5EF4-FFF2-40B4-BE49-F238E27FC236}">
                <a16:creationId xmlns:a16="http://schemas.microsoft.com/office/drawing/2014/main" id="{870710C3-2723-4847-BCAF-96D9FAE50555}"/>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96618B2C-95AC-4438-97FD-07ACF297B8FE}"/>
              </a:ext>
            </a:extLst>
          </p:cNvPr>
          <p:cNvSpPr>
            <a:spLocks noGrp="1"/>
          </p:cNvSpPr>
          <p:nvPr>
            <p:ph type="sldNum" sz="quarter" idx="12"/>
          </p:nvPr>
        </p:nvSpPr>
        <p:spPr/>
        <p:txBody>
          <a:bodyPr/>
          <a:lstStyle/>
          <a:p>
            <a:fld id="{F3450C42-9A0B-4425-92C2-70FCF7C45734}" type="slidenum">
              <a:rPr lang="en-US" smtClean="0"/>
              <a:t>‹#›</a:t>
            </a:fld>
            <a:endParaRPr lang="en-US"/>
          </a:p>
        </p:txBody>
      </p:sp>
    </p:spTree>
    <p:extLst>
      <p:ext uri="{BB962C8B-B14F-4D97-AF65-F5344CB8AC3E}">
        <p14:creationId xmlns:p14="http://schemas.microsoft.com/office/powerpoint/2010/main" val="4850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9CF7F-748D-4598-983E-96A2BE2693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0A2C46-C908-4010-AAE2-9FA41B145C4D}"/>
              </a:ext>
            </a:extLst>
          </p:cNvPr>
          <p:cNvSpPr>
            <a:spLocks noGrp="1"/>
          </p:cNvSpPr>
          <p:nvPr>
            <p:ph type="dt" sz="half" idx="10"/>
          </p:nvPr>
        </p:nvSpPr>
        <p:spPr/>
        <p:txBody>
          <a:bodyPr/>
          <a:lstStyle/>
          <a:p>
            <a:fld id="{3781E23F-BD3C-4F23-B116-2B758120C8AC}" type="datetime1">
              <a:rPr lang="en-US" smtClean="0"/>
              <a:t>3/27/2026</a:t>
            </a:fld>
            <a:endParaRPr lang="en-US"/>
          </a:p>
        </p:txBody>
      </p:sp>
      <p:sp>
        <p:nvSpPr>
          <p:cNvPr id="4" name="Footer Placeholder 3">
            <a:extLst>
              <a:ext uri="{FF2B5EF4-FFF2-40B4-BE49-F238E27FC236}">
                <a16:creationId xmlns:a16="http://schemas.microsoft.com/office/drawing/2014/main" id="{C7CF5279-7D37-4D98-9A70-987C84F62C2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2896FAD0-59EF-49AA-BBC6-A0EC184DD2C9}"/>
              </a:ext>
            </a:extLst>
          </p:cNvPr>
          <p:cNvSpPr>
            <a:spLocks noGrp="1"/>
          </p:cNvSpPr>
          <p:nvPr>
            <p:ph type="sldNum" sz="quarter" idx="12"/>
          </p:nvPr>
        </p:nvSpPr>
        <p:spPr/>
        <p:txBody>
          <a:bodyPr/>
          <a:lstStyle/>
          <a:p>
            <a:fld id="{F3450C42-9A0B-4425-92C2-70FCF7C45734}" type="slidenum">
              <a:rPr lang="en-US" smtClean="0"/>
              <a:t>‹#›</a:t>
            </a:fld>
            <a:endParaRPr lang="en-US"/>
          </a:p>
        </p:txBody>
      </p:sp>
    </p:spTree>
    <p:extLst>
      <p:ext uri="{BB962C8B-B14F-4D97-AF65-F5344CB8AC3E}">
        <p14:creationId xmlns:p14="http://schemas.microsoft.com/office/powerpoint/2010/main" val="16651250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08C302-4224-4668-8CAC-3267172A0C93}"/>
              </a:ext>
            </a:extLst>
          </p:cNvPr>
          <p:cNvSpPr>
            <a:spLocks noGrp="1"/>
          </p:cNvSpPr>
          <p:nvPr>
            <p:ph type="dt" sz="half" idx="10"/>
          </p:nvPr>
        </p:nvSpPr>
        <p:spPr/>
        <p:txBody>
          <a:bodyPr/>
          <a:lstStyle/>
          <a:p>
            <a:fld id="{473CFAA9-6D59-4D98-869E-ACBDB83B2CA4}" type="datetime1">
              <a:rPr lang="en-US" smtClean="0"/>
              <a:t>3/27/2026</a:t>
            </a:fld>
            <a:endParaRPr lang="en-US"/>
          </a:p>
        </p:txBody>
      </p:sp>
      <p:sp>
        <p:nvSpPr>
          <p:cNvPr id="3" name="Footer Placeholder 2">
            <a:extLst>
              <a:ext uri="{FF2B5EF4-FFF2-40B4-BE49-F238E27FC236}">
                <a16:creationId xmlns:a16="http://schemas.microsoft.com/office/drawing/2014/main" id="{F0C8FC22-AEB6-4BAF-BF93-41A2C757CCC7}"/>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252CA88A-5462-4F17-AFA0-52721ADDBB8F}"/>
              </a:ext>
            </a:extLst>
          </p:cNvPr>
          <p:cNvSpPr>
            <a:spLocks noGrp="1"/>
          </p:cNvSpPr>
          <p:nvPr>
            <p:ph type="sldNum" sz="quarter" idx="12"/>
          </p:nvPr>
        </p:nvSpPr>
        <p:spPr/>
        <p:txBody>
          <a:bodyPr/>
          <a:lstStyle/>
          <a:p>
            <a:fld id="{F3450C42-9A0B-4425-92C2-70FCF7C45734}" type="slidenum">
              <a:rPr lang="en-US" smtClean="0"/>
              <a:t>‹#›</a:t>
            </a:fld>
            <a:endParaRPr lang="en-US"/>
          </a:p>
        </p:txBody>
      </p:sp>
    </p:spTree>
    <p:extLst>
      <p:ext uri="{BB962C8B-B14F-4D97-AF65-F5344CB8AC3E}">
        <p14:creationId xmlns:p14="http://schemas.microsoft.com/office/powerpoint/2010/main" val="1087699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AC37-C5B5-462A-BE4A-E55CEBF2A3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4B007F-32A8-4688-BBEF-4FCB99DF5E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DF2E2EB-BF8A-44A4-8AE0-BD6C31B1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9840A2-CF60-4C47-B955-E65BC451FE73}"/>
              </a:ext>
            </a:extLst>
          </p:cNvPr>
          <p:cNvSpPr>
            <a:spLocks noGrp="1"/>
          </p:cNvSpPr>
          <p:nvPr>
            <p:ph type="dt" sz="half" idx="10"/>
          </p:nvPr>
        </p:nvSpPr>
        <p:spPr/>
        <p:txBody>
          <a:bodyPr/>
          <a:lstStyle/>
          <a:p>
            <a:fld id="{DC410804-27E3-430A-BB42-B831260DE39A}" type="datetime1">
              <a:rPr lang="en-US" smtClean="0"/>
              <a:t>3/27/2026</a:t>
            </a:fld>
            <a:endParaRPr lang="en-US"/>
          </a:p>
        </p:txBody>
      </p:sp>
      <p:sp>
        <p:nvSpPr>
          <p:cNvPr id="6" name="Footer Placeholder 5">
            <a:extLst>
              <a:ext uri="{FF2B5EF4-FFF2-40B4-BE49-F238E27FC236}">
                <a16:creationId xmlns:a16="http://schemas.microsoft.com/office/drawing/2014/main" id="{3179DC6E-CC55-47AB-A405-5FB7EE2D191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6D5D5E7D-EBA7-4DB0-8C78-7EB8A85FA4FF}"/>
              </a:ext>
            </a:extLst>
          </p:cNvPr>
          <p:cNvSpPr>
            <a:spLocks noGrp="1"/>
          </p:cNvSpPr>
          <p:nvPr>
            <p:ph type="sldNum" sz="quarter" idx="12"/>
          </p:nvPr>
        </p:nvSpPr>
        <p:spPr/>
        <p:txBody>
          <a:bodyPr/>
          <a:lstStyle/>
          <a:p>
            <a:fld id="{F3450C42-9A0B-4425-92C2-70FCF7C45734}" type="slidenum">
              <a:rPr lang="en-US" smtClean="0"/>
              <a:t>‹#›</a:t>
            </a:fld>
            <a:endParaRPr lang="en-US"/>
          </a:p>
        </p:txBody>
      </p:sp>
    </p:spTree>
    <p:extLst>
      <p:ext uri="{BB962C8B-B14F-4D97-AF65-F5344CB8AC3E}">
        <p14:creationId xmlns:p14="http://schemas.microsoft.com/office/powerpoint/2010/main" val="10708103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D355-3146-41D1-B7DC-20B8ACE390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D4AAFB-E8F8-4FD1-8C6A-ED2C3FAD50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E051AF1-B16F-43B9-95CC-C17B570DEC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8C8714-2467-4715-934E-6787C84F7929}"/>
              </a:ext>
            </a:extLst>
          </p:cNvPr>
          <p:cNvSpPr>
            <a:spLocks noGrp="1"/>
          </p:cNvSpPr>
          <p:nvPr>
            <p:ph type="dt" sz="half" idx="10"/>
          </p:nvPr>
        </p:nvSpPr>
        <p:spPr/>
        <p:txBody>
          <a:bodyPr/>
          <a:lstStyle/>
          <a:p>
            <a:fld id="{60E22DE3-3D1A-4D53-B9A6-6C7463B8C992}" type="datetime1">
              <a:rPr lang="en-US" smtClean="0"/>
              <a:t>3/27/2026</a:t>
            </a:fld>
            <a:endParaRPr lang="en-US"/>
          </a:p>
        </p:txBody>
      </p:sp>
      <p:sp>
        <p:nvSpPr>
          <p:cNvPr id="6" name="Footer Placeholder 5">
            <a:extLst>
              <a:ext uri="{FF2B5EF4-FFF2-40B4-BE49-F238E27FC236}">
                <a16:creationId xmlns:a16="http://schemas.microsoft.com/office/drawing/2014/main" id="{A46F13D6-03EC-4D31-8BB1-9FFDE3633C2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7C65D4DD-A2A4-4DF6-9527-E5F12FEB936C}"/>
              </a:ext>
            </a:extLst>
          </p:cNvPr>
          <p:cNvSpPr>
            <a:spLocks noGrp="1"/>
          </p:cNvSpPr>
          <p:nvPr>
            <p:ph type="sldNum" sz="quarter" idx="12"/>
          </p:nvPr>
        </p:nvSpPr>
        <p:spPr/>
        <p:txBody>
          <a:bodyPr/>
          <a:lstStyle/>
          <a:p>
            <a:fld id="{F3450C42-9A0B-4425-92C2-70FCF7C45734}" type="slidenum">
              <a:rPr lang="en-US" smtClean="0"/>
              <a:t>‹#›</a:t>
            </a:fld>
            <a:endParaRPr lang="en-US"/>
          </a:p>
        </p:txBody>
      </p:sp>
    </p:spTree>
    <p:extLst>
      <p:ext uri="{BB962C8B-B14F-4D97-AF65-F5344CB8AC3E}">
        <p14:creationId xmlns:p14="http://schemas.microsoft.com/office/powerpoint/2010/main" val="34359826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A871-D377-4EC0-9ACF-86842F01E1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D53202-92A9-45A3-B812-777DB9578B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2CA47F-83AD-4BE3-AC2F-6C17883F78C7}"/>
              </a:ext>
            </a:extLst>
          </p:cNvPr>
          <p:cNvSpPr>
            <a:spLocks noGrp="1"/>
          </p:cNvSpPr>
          <p:nvPr>
            <p:ph type="dt" sz="half" idx="10"/>
          </p:nvPr>
        </p:nvSpPr>
        <p:spPr/>
        <p:txBody>
          <a:bodyPr/>
          <a:lstStyle/>
          <a:p>
            <a:fld id="{46BA7D41-E8B7-4A0B-B861-3EC4AE88917D}" type="datetime1">
              <a:rPr lang="en-US" smtClean="0"/>
              <a:t>3/27/2026</a:t>
            </a:fld>
            <a:endParaRPr lang="en-US"/>
          </a:p>
        </p:txBody>
      </p:sp>
      <p:sp>
        <p:nvSpPr>
          <p:cNvPr id="5" name="Footer Placeholder 4">
            <a:extLst>
              <a:ext uri="{FF2B5EF4-FFF2-40B4-BE49-F238E27FC236}">
                <a16:creationId xmlns:a16="http://schemas.microsoft.com/office/drawing/2014/main" id="{21118A72-3200-4597-A9C5-0D9ECFF3E8CD}"/>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0D70055A-71D4-49B4-8A8F-19AFDB84E958}"/>
              </a:ext>
            </a:extLst>
          </p:cNvPr>
          <p:cNvSpPr>
            <a:spLocks noGrp="1"/>
          </p:cNvSpPr>
          <p:nvPr>
            <p:ph type="sldNum" sz="quarter" idx="12"/>
          </p:nvPr>
        </p:nvSpPr>
        <p:spPr/>
        <p:txBody>
          <a:bodyPr/>
          <a:lstStyle/>
          <a:p>
            <a:fld id="{F3450C42-9A0B-4425-92C2-70FCF7C45734}" type="slidenum">
              <a:rPr lang="en-US" smtClean="0"/>
              <a:t>‹#›</a:t>
            </a:fld>
            <a:endParaRPr lang="en-US"/>
          </a:p>
        </p:txBody>
      </p:sp>
    </p:spTree>
    <p:extLst>
      <p:ext uri="{BB962C8B-B14F-4D97-AF65-F5344CB8AC3E}">
        <p14:creationId xmlns:p14="http://schemas.microsoft.com/office/powerpoint/2010/main" val="17149518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C59DBB-9256-464D-8A6A-8BDA71541D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25E310-E6CB-4838-8E9B-B288DA5527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CE2202-679F-48B0-B2DD-F6F54711224B}"/>
              </a:ext>
            </a:extLst>
          </p:cNvPr>
          <p:cNvSpPr>
            <a:spLocks noGrp="1"/>
          </p:cNvSpPr>
          <p:nvPr>
            <p:ph type="dt" sz="half" idx="10"/>
          </p:nvPr>
        </p:nvSpPr>
        <p:spPr/>
        <p:txBody>
          <a:bodyPr/>
          <a:lstStyle/>
          <a:p>
            <a:fld id="{A7C34823-0B19-4B4E-A643-7A3B0A3D24D6}" type="datetime1">
              <a:rPr lang="en-US" smtClean="0"/>
              <a:t>3/27/2026</a:t>
            </a:fld>
            <a:endParaRPr lang="en-US"/>
          </a:p>
        </p:txBody>
      </p:sp>
      <p:sp>
        <p:nvSpPr>
          <p:cNvPr id="5" name="Footer Placeholder 4">
            <a:extLst>
              <a:ext uri="{FF2B5EF4-FFF2-40B4-BE49-F238E27FC236}">
                <a16:creationId xmlns:a16="http://schemas.microsoft.com/office/drawing/2014/main" id="{D07BC83D-E4C0-49E1-ADA1-1AF403984BDA}"/>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31BF211E-B2EA-4CDC-9E84-B6898394921B}"/>
              </a:ext>
            </a:extLst>
          </p:cNvPr>
          <p:cNvSpPr>
            <a:spLocks noGrp="1"/>
          </p:cNvSpPr>
          <p:nvPr>
            <p:ph type="sldNum" sz="quarter" idx="12"/>
          </p:nvPr>
        </p:nvSpPr>
        <p:spPr/>
        <p:txBody>
          <a:bodyPr/>
          <a:lstStyle/>
          <a:p>
            <a:fld id="{F3450C42-9A0B-4425-92C2-70FCF7C45734}" type="slidenum">
              <a:rPr lang="en-US" smtClean="0"/>
              <a:t>‹#›</a:t>
            </a:fld>
            <a:endParaRPr lang="en-US"/>
          </a:p>
        </p:txBody>
      </p:sp>
    </p:spTree>
    <p:extLst>
      <p:ext uri="{BB962C8B-B14F-4D97-AF65-F5344CB8AC3E}">
        <p14:creationId xmlns:p14="http://schemas.microsoft.com/office/powerpoint/2010/main" val="3881695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Sans Text"/>
              <a:ea typeface="Segoe UI" pitchFamily="34" charset="0"/>
              <a:cs typeface="Segoe Sans Text"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Sans Text"/>
              <a:ea typeface="Segoe UI" pitchFamily="34" charset="0"/>
              <a:cs typeface="Segoe Sans Text"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16"/>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4224300603"/>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1" r:id="rId14"/>
  </p:sldLayoutIdLst>
  <p:transition spd="med">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4">
          <p15:clr>
            <a:srgbClr val="FF795F"/>
          </p15:clr>
        </p15:guide>
        <p15:guide id="2" orient="horz" pos="1003">
          <p15:clr>
            <a:srgbClr val="FF795F"/>
          </p15:clr>
        </p15:guide>
        <p15:guide id="3" pos="359">
          <p15:clr>
            <a:srgbClr val="FF795F"/>
          </p15:clr>
        </p15:guide>
        <p15:guide id="4" pos="7320">
          <p15:clr>
            <a:srgbClr val="FF795F"/>
          </p15:clr>
        </p15:guide>
        <p15:guide id="5" orient="horz" pos="1230">
          <p15:clr>
            <a:srgbClr val="FF795F"/>
          </p15:clr>
        </p15:guide>
        <p15:guide id="6" orient="horz" pos="3949">
          <p15:clr>
            <a:srgbClr val="FF795F"/>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fld id="{5ECD8B30-1B71-45A1-8314-D59C86F581E1}" type="datetime1">
              <a:rPr lang="en-US" smtClean="0"/>
              <a:pPr/>
              <a:t>3/27/2026</a:t>
            </a:fld>
            <a:endParaRPr lang="en-US" b="1"/>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r>
              <a:rPr lang="en-US"/>
              <a:t>Sample Footer Text</a:t>
            </a:r>
            <a:endParaRPr lang="en-US" b="1"/>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F3450C42-9A0B-4425-92C2-70FCF7C45734}" type="slidenum">
              <a:rPr lang="en-US" smtClean="0"/>
              <a:pPr/>
              <a:t>‹#›</a:t>
            </a:fld>
            <a:endParaRPr lang="en-US" b="1"/>
          </a:p>
        </p:txBody>
      </p:sp>
    </p:spTree>
    <p:extLst>
      <p:ext uri="{BB962C8B-B14F-4D97-AF65-F5344CB8AC3E}">
        <p14:creationId xmlns:p14="http://schemas.microsoft.com/office/powerpoint/2010/main" val="405943125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jpe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1.xml"/><Relationship Id="rId6" Type="http://schemas.openxmlformats.org/officeDocument/2006/relationships/image" Target="../media/image14.jpe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24.svg"/><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5.svg"/></Relationships>
</file>

<file path=ppt/slides/_rels/slide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C48A28-A3B2-6E10-FCC2-994120220349}"/>
              </a:ext>
            </a:extLst>
          </p:cNvPr>
          <p:cNvSpPr>
            <a:spLocks noGrp="1"/>
          </p:cNvSpPr>
          <p:nvPr>
            <p:ph type="title"/>
          </p:nvPr>
        </p:nvSpPr>
        <p:spPr>
          <a:xfrm>
            <a:off x="350251" y="1951672"/>
            <a:ext cx="5626244" cy="1477328"/>
          </a:xfrm>
        </p:spPr>
        <p:txBody>
          <a:bodyPr wrap="square" anchor="ctr" anchorCtr="0">
            <a:spAutoFit/>
          </a:bodyPr>
          <a:lstStyle/>
          <a:p>
            <a:r>
              <a:rPr lang="en-US" sz="4800" b="1" dirty="0"/>
              <a:t>AI‑Ready Developer Workflows</a:t>
            </a:r>
            <a:endParaRPr lang="en-GB" sz="4800" dirty="0">
              <a:gradFill>
                <a:gsLst>
                  <a:gs pos="0">
                    <a:schemeClr val="tx2">
                      <a:lumMod val="20000"/>
                      <a:lumOff val="80000"/>
                    </a:schemeClr>
                  </a:gs>
                  <a:gs pos="100000">
                    <a:schemeClr val="accent4">
                      <a:lumMod val="60000"/>
                      <a:lumOff val="40000"/>
                    </a:schemeClr>
                  </a:gs>
                </a:gsLst>
                <a:lin ang="2700000" scaled="0"/>
              </a:gradFill>
            </a:endParaRPr>
          </a:p>
        </p:txBody>
      </p:sp>
      <p:sp>
        <p:nvSpPr>
          <p:cNvPr id="5" name="Title 3">
            <a:extLst>
              <a:ext uri="{FF2B5EF4-FFF2-40B4-BE49-F238E27FC236}">
                <a16:creationId xmlns:a16="http://schemas.microsoft.com/office/drawing/2014/main" id="{CA6EB0F7-DC44-1A98-DBBA-7880DA0E061E}"/>
              </a:ext>
            </a:extLst>
          </p:cNvPr>
          <p:cNvSpPr txBox="1">
            <a:spLocks/>
          </p:cNvSpPr>
          <p:nvPr/>
        </p:nvSpPr>
        <p:spPr>
          <a:xfrm>
            <a:off x="489230" y="3529055"/>
            <a:ext cx="5348287" cy="861774"/>
          </a:xfrm>
          <a:prstGeom prst="rect">
            <a:avLst/>
          </a:prstGeom>
          <a:noFill/>
        </p:spPr>
        <p:txBody>
          <a:bodyPr vert="horz" wrap="square" lIns="0" tIns="0" rIns="0" bIns="0" rtlCol="0" anchor="t" anchorCtr="0">
            <a:spAutoFit/>
          </a:bodyPr>
          <a:lstStyle>
            <a:defPPr>
              <a:defRPr lang="en-US"/>
            </a:defPPr>
            <a:lvl1pPr marL="0" algn="l" defTabSz="932742" rtl="0" eaLnBrk="1" latinLnBrk="0" hangingPunct="1">
              <a:lnSpc>
                <a:spcPct val="100000"/>
              </a:lnSpc>
              <a:spcBef>
                <a:spcPct val="0"/>
              </a:spcBef>
              <a:buNone/>
              <a:defRPr kumimoji="0" lang="en-GB" sz="2800" b="0" i="0" u="none" strike="noStrike" kern="1200" cap="none" spc="0" normalizeH="0" baseline="0" dirty="0">
                <a:ln>
                  <a:noFill/>
                </a:ln>
                <a:solidFill>
                  <a:srgbClr val="FFFFFF"/>
                </a:solidFill>
                <a:effectLst/>
                <a:uLnTx/>
                <a:uFillTx/>
                <a:latin typeface="Segoe Sans Text Semibold"/>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t>Reproducible ML, CI/CD, and Data Integrity for LLM Apps</a:t>
            </a:r>
          </a:p>
        </p:txBody>
      </p:sp>
    </p:spTree>
    <p:extLst>
      <p:ext uri="{BB962C8B-B14F-4D97-AF65-F5344CB8AC3E}">
        <p14:creationId xmlns:p14="http://schemas.microsoft.com/office/powerpoint/2010/main" val="119807915"/>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A7CA5-5407-47A6-E389-10AD88B2CAB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4F9306E-6C2E-79EC-EF4E-9CCE012BB8F3}"/>
              </a:ext>
            </a:extLst>
          </p:cNvPr>
          <p:cNvSpPr/>
          <p:nvPr/>
        </p:nvSpPr>
        <p:spPr>
          <a:xfrm>
            <a:off x="1258848" y="-2803"/>
            <a:ext cx="10184524" cy="6844366"/>
          </a:xfrm>
          <a:prstGeom prst="rect">
            <a:avLst/>
          </a:prstGeom>
          <a:solidFill>
            <a:schemeClr val="tx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ource Sans Pro"/>
              <a:ea typeface="+mn-ea"/>
              <a:cs typeface="+mn-cs"/>
            </a:endParaRPr>
          </a:p>
        </p:txBody>
      </p:sp>
      <p:sp>
        <p:nvSpPr>
          <p:cNvPr id="2" name="Flowchart: Data 1">
            <a:extLst>
              <a:ext uri="{FF2B5EF4-FFF2-40B4-BE49-F238E27FC236}">
                <a16:creationId xmlns:a16="http://schemas.microsoft.com/office/drawing/2014/main" id="{3461ED08-2968-21FB-9062-C7FAFEBEE76D}"/>
              </a:ext>
            </a:extLst>
          </p:cNvPr>
          <p:cNvSpPr/>
          <p:nvPr/>
        </p:nvSpPr>
        <p:spPr>
          <a:xfrm>
            <a:off x="-2923370" y="0"/>
            <a:ext cx="5352387" cy="6857999"/>
          </a:xfrm>
          <a:prstGeom prst="flowChartInputOutput">
            <a:avLst/>
          </a:prstGeom>
          <a:blipFill dpi="0" rotWithShape="1">
            <a:blip r:embed="rId3"/>
            <a:srcRect/>
            <a:tile tx="-2794000" ty="0" sx="57000" sy="57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ource Sans Pro"/>
              <a:ea typeface="+mn-ea"/>
              <a:cs typeface="+mn-cs"/>
            </a:endParaRPr>
          </a:p>
        </p:txBody>
      </p:sp>
      <p:sp>
        <p:nvSpPr>
          <p:cNvPr id="19" name="TextBox 18">
            <a:extLst>
              <a:ext uri="{FF2B5EF4-FFF2-40B4-BE49-F238E27FC236}">
                <a16:creationId xmlns:a16="http://schemas.microsoft.com/office/drawing/2014/main" id="{EC419F56-6F19-1BD9-3160-F9904472C12C}"/>
              </a:ext>
            </a:extLst>
          </p:cNvPr>
          <p:cNvSpPr txBox="1"/>
          <p:nvPr/>
        </p:nvSpPr>
        <p:spPr>
          <a:xfrm>
            <a:off x="5285678" y="6298492"/>
            <a:ext cx="3919581" cy="58477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000000"/>
                </a:solidFill>
                <a:effectLst/>
                <a:uLnTx/>
                <a:uFillTx/>
                <a:latin typeface="Aptos Black" panose="020F0502020204030204" pitchFamily="34" charset="0"/>
                <a:ea typeface="+mn-ea"/>
                <a:cs typeface="+mn-cs"/>
              </a:rPr>
              <a:t>Hosting Sponsor</a:t>
            </a:r>
          </a:p>
        </p:txBody>
      </p:sp>
      <p:cxnSp>
        <p:nvCxnSpPr>
          <p:cNvPr id="20" name="Straight Connector 19">
            <a:extLst>
              <a:ext uri="{FF2B5EF4-FFF2-40B4-BE49-F238E27FC236}">
                <a16:creationId xmlns:a16="http://schemas.microsoft.com/office/drawing/2014/main" id="{47F76F7B-9813-7C2C-E901-649FF137451A}"/>
              </a:ext>
            </a:extLst>
          </p:cNvPr>
          <p:cNvCxnSpPr>
            <a:cxnSpLocks/>
          </p:cNvCxnSpPr>
          <p:nvPr/>
        </p:nvCxnSpPr>
        <p:spPr>
          <a:xfrm>
            <a:off x="2792702" y="1609936"/>
            <a:ext cx="7262649"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C5466B4-A196-68A5-42DF-DCDB1C19E574}"/>
              </a:ext>
            </a:extLst>
          </p:cNvPr>
          <p:cNvSpPr txBox="1"/>
          <p:nvPr/>
        </p:nvSpPr>
        <p:spPr>
          <a:xfrm>
            <a:off x="7524224" y="2450255"/>
            <a:ext cx="2284285" cy="52322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Aptos Black" panose="020F0502020204030204" pitchFamily="34" charset="0"/>
                <a:ea typeface="+mn-ea"/>
                <a:cs typeface="+mn-cs"/>
              </a:rPr>
              <a:t>Gold</a:t>
            </a:r>
          </a:p>
        </p:txBody>
      </p:sp>
      <p:sp>
        <p:nvSpPr>
          <p:cNvPr id="23" name="TextBox 22">
            <a:extLst>
              <a:ext uri="{FF2B5EF4-FFF2-40B4-BE49-F238E27FC236}">
                <a16:creationId xmlns:a16="http://schemas.microsoft.com/office/drawing/2014/main" id="{4F5F89D4-B5E2-B86D-9BAF-E4E287B284AE}"/>
              </a:ext>
            </a:extLst>
          </p:cNvPr>
          <p:cNvSpPr txBox="1"/>
          <p:nvPr/>
        </p:nvSpPr>
        <p:spPr>
          <a:xfrm>
            <a:off x="7092424" y="4930938"/>
            <a:ext cx="2284285" cy="4001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ptos Black" panose="020F0502020204030204" pitchFamily="34" charset="0"/>
                <a:ea typeface="+mn-ea"/>
                <a:cs typeface="+mn-cs"/>
              </a:rPr>
              <a:t>In Kind</a:t>
            </a:r>
          </a:p>
        </p:txBody>
      </p:sp>
      <p:cxnSp>
        <p:nvCxnSpPr>
          <p:cNvPr id="24" name="Straight Connector 23">
            <a:extLst>
              <a:ext uri="{FF2B5EF4-FFF2-40B4-BE49-F238E27FC236}">
                <a16:creationId xmlns:a16="http://schemas.microsoft.com/office/drawing/2014/main" id="{D9DAA2E9-608B-7EA5-7268-E16496BDA458}"/>
              </a:ext>
            </a:extLst>
          </p:cNvPr>
          <p:cNvCxnSpPr>
            <a:cxnSpLocks/>
          </p:cNvCxnSpPr>
          <p:nvPr/>
        </p:nvCxnSpPr>
        <p:spPr>
          <a:xfrm>
            <a:off x="2314575" y="5472891"/>
            <a:ext cx="7790462"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630FD9B-A80F-C537-2050-BB24B1098020}"/>
              </a:ext>
            </a:extLst>
          </p:cNvPr>
          <p:cNvSpPr txBox="1"/>
          <p:nvPr/>
        </p:nvSpPr>
        <p:spPr>
          <a:xfrm>
            <a:off x="7852235" y="3922051"/>
            <a:ext cx="2284285"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ptos Black" panose="020F0502020204030204" pitchFamily="34" charset="0"/>
                <a:ea typeface="+mn-ea"/>
                <a:cs typeface="+mn-cs"/>
              </a:rPr>
              <a:t>Silver</a:t>
            </a:r>
          </a:p>
        </p:txBody>
      </p:sp>
      <p:sp>
        <p:nvSpPr>
          <p:cNvPr id="26" name="Title 3">
            <a:extLst>
              <a:ext uri="{FF2B5EF4-FFF2-40B4-BE49-F238E27FC236}">
                <a16:creationId xmlns:a16="http://schemas.microsoft.com/office/drawing/2014/main" id="{4CE78F52-774A-D356-CC4F-4EB2DE0A88D2}"/>
              </a:ext>
            </a:extLst>
          </p:cNvPr>
          <p:cNvSpPr txBox="1">
            <a:spLocks/>
          </p:cNvSpPr>
          <p:nvPr/>
        </p:nvSpPr>
        <p:spPr>
          <a:xfrm>
            <a:off x="2815311" y="231455"/>
            <a:ext cx="7022306" cy="1147025"/>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a:ln>
                  <a:noFill/>
                </a:ln>
                <a:solidFill>
                  <a:srgbClr val="000000"/>
                </a:solidFill>
                <a:effectLst/>
                <a:uLnTx/>
                <a:uFillTx/>
                <a:latin typeface="Source Sans Pro"/>
                <a:ea typeface="+mj-ea"/>
                <a:cs typeface="+mj-cs"/>
              </a:rPr>
              <a:t>Boston Code Camp</a:t>
            </a:r>
            <a:br>
              <a:rPr kumimoji="0" lang="en-US" sz="4400" b="1" i="0" u="none" strike="noStrike" kern="1200" cap="none" spc="0" normalizeH="0" baseline="0" noProof="0">
                <a:ln>
                  <a:noFill/>
                </a:ln>
                <a:solidFill>
                  <a:srgbClr val="000000"/>
                </a:solidFill>
                <a:effectLst/>
                <a:uLnTx/>
                <a:uFillTx/>
                <a:latin typeface="Source Sans Pro"/>
                <a:ea typeface="+mj-ea"/>
                <a:cs typeface="+mj-cs"/>
              </a:rPr>
            </a:br>
            <a:r>
              <a:rPr kumimoji="0" lang="en-US" sz="4400" b="1" i="0" u="none" strike="noStrike" kern="1200" cap="none" spc="0" normalizeH="0" baseline="0" noProof="0">
                <a:ln>
                  <a:noFill/>
                </a:ln>
                <a:solidFill>
                  <a:srgbClr val="000000"/>
                </a:solidFill>
                <a:effectLst/>
                <a:uLnTx/>
                <a:uFillTx/>
                <a:latin typeface="Source Sans Pro"/>
                <a:ea typeface="+mj-ea"/>
                <a:cs typeface="+mj-cs"/>
              </a:rPr>
              <a:t>   </a:t>
            </a:r>
            <a:r>
              <a:rPr kumimoji="0" lang="en-US" sz="4000" b="1" i="1" u="none" strike="noStrike" kern="1200" cap="none" spc="0" normalizeH="0" baseline="0" noProof="0">
                <a:ln>
                  <a:noFill/>
                </a:ln>
                <a:solidFill>
                  <a:srgbClr val="000000"/>
                </a:solidFill>
                <a:effectLst/>
                <a:uLnTx/>
                <a:uFillTx/>
                <a:latin typeface="Source Sans Pro"/>
                <a:ea typeface="+mj-ea"/>
                <a:cs typeface="+mj-cs"/>
              </a:rPr>
              <a:t>Thanks to our Sponsors!</a:t>
            </a:r>
            <a:endParaRPr kumimoji="0" lang="en-US" sz="4000" b="0" i="1" u="none" strike="noStrike" kern="1200" cap="none" spc="0" normalizeH="0" baseline="0" noProof="0">
              <a:ln>
                <a:noFill/>
              </a:ln>
              <a:solidFill>
                <a:srgbClr val="000000"/>
              </a:solidFill>
              <a:effectLst/>
              <a:uLnTx/>
              <a:uFillTx/>
              <a:latin typeface="Source Sans Pro"/>
              <a:ea typeface="+mj-ea"/>
              <a:cs typeface="+mj-cs"/>
            </a:endParaRPr>
          </a:p>
        </p:txBody>
      </p:sp>
      <p:pic>
        <p:nvPicPr>
          <p:cNvPr id="32" name="Picture 31" descr="A white circle with black text and a city skyline&#10;&#10;AI-generated content may be incorrect.">
            <a:extLst>
              <a:ext uri="{FF2B5EF4-FFF2-40B4-BE49-F238E27FC236}">
                <a16:creationId xmlns:a16="http://schemas.microsoft.com/office/drawing/2014/main" id="{EFE758F8-7CB7-3F40-C18B-D690B38A2291}"/>
              </a:ext>
            </a:extLst>
          </p:cNvPr>
          <p:cNvPicPr>
            <a:picLocks noChangeAspect="1"/>
          </p:cNvPicPr>
          <p:nvPr/>
        </p:nvPicPr>
        <p:blipFill>
          <a:blip r:embed="rId4"/>
          <a:srcRect l="2799" r="5116" b="3"/>
          <a:stretch>
            <a:fillRect/>
          </a:stretch>
        </p:blipFill>
        <p:spPr>
          <a:xfrm>
            <a:off x="2815311" y="129876"/>
            <a:ext cx="1106352" cy="1201418"/>
          </a:xfrm>
          <a:prstGeom prst="rect">
            <a:avLst/>
          </a:prstGeom>
        </p:spPr>
      </p:pic>
      <p:pic>
        <p:nvPicPr>
          <p:cNvPr id="33" name="Picture 32">
            <a:extLst>
              <a:ext uri="{FF2B5EF4-FFF2-40B4-BE49-F238E27FC236}">
                <a16:creationId xmlns:a16="http://schemas.microsoft.com/office/drawing/2014/main" id="{6C5E28EE-0256-F207-E5E8-894FC8991D5A}"/>
              </a:ext>
            </a:extLst>
          </p:cNvPr>
          <p:cNvPicPr>
            <a:picLocks noChangeAspect="1"/>
          </p:cNvPicPr>
          <p:nvPr/>
        </p:nvPicPr>
        <p:blipFill>
          <a:blip r:embed="rId5"/>
          <a:stretch>
            <a:fillRect/>
          </a:stretch>
        </p:blipFill>
        <p:spPr>
          <a:xfrm>
            <a:off x="4479507" y="2943683"/>
            <a:ext cx="2868085" cy="867096"/>
          </a:xfrm>
          <a:prstGeom prst="rect">
            <a:avLst/>
          </a:prstGeom>
        </p:spPr>
      </p:pic>
      <p:pic>
        <p:nvPicPr>
          <p:cNvPr id="34" name="Picture 33" descr="A blue and black logo&#10;&#10;AI-generated content may be incorrect.">
            <a:extLst>
              <a:ext uri="{FF2B5EF4-FFF2-40B4-BE49-F238E27FC236}">
                <a16:creationId xmlns:a16="http://schemas.microsoft.com/office/drawing/2014/main" id="{4342DD3B-28FE-8734-AF29-88774FFE5F4B}"/>
              </a:ext>
            </a:extLst>
          </p:cNvPr>
          <p:cNvPicPr>
            <a:picLocks noChangeAspect="1"/>
          </p:cNvPicPr>
          <p:nvPr/>
        </p:nvPicPr>
        <p:blipFill>
          <a:blip r:embed="rId6"/>
          <a:stretch>
            <a:fillRect/>
          </a:stretch>
        </p:blipFill>
        <p:spPr>
          <a:xfrm>
            <a:off x="4317079" y="3617379"/>
            <a:ext cx="2775345" cy="832604"/>
          </a:xfrm>
          <a:prstGeom prst="rect">
            <a:avLst/>
          </a:prstGeom>
        </p:spPr>
      </p:pic>
      <p:pic>
        <p:nvPicPr>
          <p:cNvPr id="16" name="Picture 15" descr="A silver medal with red and white ribbon&#10;&#10;AI-generated content may be incorrect.">
            <a:extLst>
              <a:ext uri="{FF2B5EF4-FFF2-40B4-BE49-F238E27FC236}">
                <a16:creationId xmlns:a16="http://schemas.microsoft.com/office/drawing/2014/main" id="{F39DA018-302D-44D9-9782-EED9BDD0D0C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40938" y="3111853"/>
            <a:ext cx="903606" cy="1147026"/>
          </a:xfrm>
          <a:prstGeom prst="rect">
            <a:avLst/>
          </a:prstGeom>
        </p:spPr>
      </p:pic>
      <p:cxnSp>
        <p:nvCxnSpPr>
          <p:cNvPr id="22" name="Straight Connector 21">
            <a:extLst>
              <a:ext uri="{FF2B5EF4-FFF2-40B4-BE49-F238E27FC236}">
                <a16:creationId xmlns:a16="http://schemas.microsoft.com/office/drawing/2014/main" id="{F6EAC9DD-A5A6-82D4-42AC-B157853E4D0E}"/>
              </a:ext>
            </a:extLst>
          </p:cNvPr>
          <p:cNvCxnSpPr>
            <a:cxnSpLocks/>
          </p:cNvCxnSpPr>
          <p:nvPr/>
        </p:nvCxnSpPr>
        <p:spPr>
          <a:xfrm>
            <a:off x="2792702" y="4378447"/>
            <a:ext cx="716891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99DDA35-A826-7F18-09BC-215932FB3F9F}"/>
              </a:ext>
            </a:extLst>
          </p:cNvPr>
          <p:cNvCxnSpPr>
            <a:cxnSpLocks/>
          </p:cNvCxnSpPr>
          <p:nvPr/>
        </p:nvCxnSpPr>
        <p:spPr>
          <a:xfrm>
            <a:off x="2792702" y="2973475"/>
            <a:ext cx="6879018" cy="8219"/>
          </a:xfrm>
          <a:prstGeom prst="line">
            <a:avLst/>
          </a:prstGeom>
        </p:spPr>
        <p:style>
          <a:lnRef idx="1">
            <a:schemeClr val="accent1"/>
          </a:lnRef>
          <a:fillRef idx="0">
            <a:schemeClr val="accent1"/>
          </a:fillRef>
          <a:effectRef idx="0">
            <a:schemeClr val="accent1"/>
          </a:effectRef>
          <a:fontRef idx="minor">
            <a:schemeClr val="tx1"/>
          </a:fontRef>
        </p:style>
      </p:cxnSp>
      <p:pic>
        <p:nvPicPr>
          <p:cNvPr id="37" name="Picture 36" descr="A black background with a black square&#10;&#10;AI-generated content may be incorrect.">
            <a:extLst>
              <a:ext uri="{FF2B5EF4-FFF2-40B4-BE49-F238E27FC236}">
                <a16:creationId xmlns:a16="http://schemas.microsoft.com/office/drawing/2014/main" id="{29E922EE-8033-86E0-E528-D75A5BEE5576}"/>
              </a:ext>
            </a:extLst>
          </p:cNvPr>
          <p:cNvPicPr>
            <a:picLocks noChangeAspect="1"/>
          </p:cNvPicPr>
          <p:nvPr/>
        </p:nvPicPr>
        <p:blipFill>
          <a:blip r:embed="rId8"/>
          <a:stretch>
            <a:fillRect/>
          </a:stretch>
        </p:blipFill>
        <p:spPr>
          <a:xfrm>
            <a:off x="4215621" y="1673297"/>
            <a:ext cx="4323760" cy="835126"/>
          </a:xfrm>
          <a:prstGeom prst="rect">
            <a:avLst/>
          </a:prstGeom>
        </p:spPr>
      </p:pic>
      <p:pic>
        <p:nvPicPr>
          <p:cNvPr id="41" name="Picture 40">
            <a:extLst>
              <a:ext uri="{FF2B5EF4-FFF2-40B4-BE49-F238E27FC236}">
                <a16:creationId xmlns:a16="http://schemas.microsoft.com/office/drawing/2014/main" id="{5ECAED17-DF41-4F83-6DEF-B00A395E18D0}"/>
              </a:ext>
            </a:extLst>
          </p:cNvPr>
          <p:cNvPicPr>
            <a:picLocks noChangeAspect="1"/>
          </p:cNvPicPr>
          <p:nvPr/>
        </p:nvPicPr>
        <p:blipFill>
          <a:blip r:embed="rId9"/>
          <a:stretch>
            <a:fillRect/>
          </a:stretch>
        </p:blipFill>
        <p:spPr>
          <a:xfrm>
            <a:off x="4980294" y="4560863"/>
            <a:ext cx="2693861" cy="849945"/>
          </a:xfrm>
          <a:prstGeom prst="rect">
            <a:avLst/>
          </a:prstGeom>
        </p:spPr>
      </p:pic>
      <p:pic>
        <p:nvPicPr>
          <p:cNvPr id="44" name="Picture 43">
            <a:extLst>
              <a:ext uri="{FF2B5EF4-FFF2-40B4-BE49-F238E27FC236}">
                <a16:creationId xmlns:a16="http://schemas.microsoft.com/office/drawing/2014/main" id="{0D06C48B-B1B9-3BD6-7EA0-49035B773EE0}"/>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2024047" y="5306123"/>
            <a:ext cx="4024340" cy="1480328"/>
          </a:xfrm>
          <a:prstGeom prst="rect">
            <a:avLst/>
          </a:prstGeom>
        </p:spPr>
      </p:pic>
      <p:sp>
        <p:nvSpPr>
          <p:cNvPr id="8" name="Flowchart: Data 7">
            <a:extLst>
              <a:ext uri="{FF2B5EF4-FFF2-40B4-BE49-F238E27FC236}">
                <a16:creationId xmlns:a16="http://schemas.microsoft.com/office/drawing/2014/main" id="{1F0142D9-D3A5-FC5E-12E1-188CE4BB2B40}"/>
              </a:ext>
            </a:extLst>
          </p:cNvPr>
          <p:cNvSpPr/>
          <p:nvPr/>
        </p:nvSpPr>
        <p:spPr>
          <a:xfrm>
            <a:off x="9844469" y="-1"/>
            <a:ext cx="5352387" cy="6857999"/>
          </a:xfrm>
          <a:prstGeom prst="flowChartInputOutput">
            <a:avLst/>
          </a:prstGeom>
          <a:blipFill dpi="0" rotWithShape="1">
            <a:blip r:embed="rId3"/>
            <a:srcRect/>
            <a:tile tx="-10287000" ty="0" sx="57000" sy="57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ource Sans Pro"/>
              <a:ea typeface="+mn-ea"/>
              <a:cs typeface="+mn-cs"/>
            </a:endParaRPr>
          </a:p>
        </p:txBody>
      </p:sp>
      <p:pic>
        <p:nvPicPr>
          <p:cNvPr id="15" name="Picture 14" descr="A gold medal with a red ribbon&#10;&#10;AI-generated content may be incorrect.">
            <a:extLst>
              <a:ext uri="{FF2B5EF4-FFF2-40B4-BE49-F238E27FC236}">
                <a16:creationId xmlns:a16="http://schemas.microsoft.com/office/drawing/2014/main" id="{07A7AE21-6998-AF7C-158A-5357E2AE999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615257" y="1527586"/>
            <a:ext cx="1248867" cy="1445889"/>
          </a:xfrm>
          <a:prstGeom prst="rect">
            <a:avLst/>
          </a:prstGeom>
        </p:spPr>
      </p:pic>
      <p:pic>
        <p:nvPicPr>
          <p:cNvPr id="3" name="Picture 2" descr="A blue and green logo&#10;&#10;AI-generated content may be incorrect.">
            <a:extLst>
              <a:ext uri="{FF2B5EF4-FFF2-40B4-BE49-F238E27FC236}">
                <a16:creationId xmlns:a16="http://schemas.microsoft.com/office/drawing/2014/main" id="{DF168BF7-324D-09A4-BEB4-8D2D8E624F3E}"/>
              </a:ext>
            </a:extLst>
          </p:cNvPr>
          <p:cNvPicPr>
            <a:picLocks noChangeAspect="1"/>
          </p:cNvPicPr>
          <p:nvPr/>
        </p:nvPicPr>
        <p:blipFill>
          <a:blip r:embed="rId12"/>
          <a:stretch>
            <a:fillRect/>
          </a:stretch>
        </p:blipFill>
        <p:spPr>
          <a:xfrm>
            <a:off x="7641508" y="2994230"/>
            <a:ext cx="2482646" cy="795798"/>
          </a:xfrm>
          <a:prstGeom prst="rect">
            <a:avLst/>
          </a:prstGeom>
        </p:spPr>
      </p:pic>
      <p:pic>
        <p:nvPicPr>
          <p:cNvPr id="6" name="Picture 5" descr="BRIGHTSTAR&#10;&#10;AI-generated content may be incorrect.">
            <a:extLst>
              <a:ext uri="{FF2B5EF4-FFF2-40B4-BE49-F238E27FC236}">
                <a16:creationId xmlns:a16="http://schemas.microsoft.com/office/drawing/2014/main" id="{DF62702D-7FDC-ABD5-2F77-688C03794AD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191113" y="3675530"/>
            <a:ext cx="1915790" cy="648896"/>
          </a:xfrm>
          <a:prstGeom prst="rect">
            <a:avLst/>
          </a:prstGeom>
        </p:spPr>
      </p:pic>
    </p:spTree>
    <p:extLst>
      <p:ext uri="{BB962C8B-B14F-4D97-AF65-F5344CB8AC3E}">
        <p14:creationId xmlns:p14="http://schemas.microsoft.com/office/powerpoint/2010/main" val="2954652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CCD860-9D2D-6E21-3BA4-C6CD3963D68F}"/>
              </a:ext>
            </a:extLst>
          </p:cNvPr>
          <p:cNvSpPr>
            <a:spLocks noGrp="1"/>
          </p:cNvSpPr>
          <p:nvPr>
            <p:ph type="title"/>
          </p:nvPr>
        </p:nvSpPr>
        <p:spPr/>
        <p:txBody>
          <a:bodyPr/>
          <a:lstStyle/>
          <a:p>
            <a:r>
              <a:rPr lang="en-GB"/>
              <a:t>AI Workload Operations</a:t>
            </a:r>
          </a:p>
        </p:txBody>
      </p:sp>
      <p:grpSp>
        <p:nvGrpSpPr>
          <p:cNvPr id="290" name="Group 289">
            <a:extLst>
              <a:ext uri="{FF2B5EF4-FFF2-40B4-BE49-F238E27FC236}">
                <a16:creationId xmlns:a16="http://schemas.microsoft.com/office/drawing/2014/main" id="{55227527-2794-7CAA-2B7B-3F3AB9C9A16B}"/>
              </a:ext>
            </a:extLst>
          </p:cNvPr>
          <p:cNvGrpSpPr/>
          <p:nvPr/>
        </p:nvGrpSpPr>
        <p:grpSpPr>
          <a:xfrm>
            <a:off x="556196" y="1592264"/>
            <a:ext cx="11064304" cy="4676774"/>
            <a:chOff x="569913" y="1533094"/>
            <a:chExt cx="8416841" cy="4021458"/>
          </a:xfrm>
        </p:grpSpPr>
        <p:sp useBgFill="1">
          <p:nvSpPr>
            <p:cNvPr id="11" name="Rectangle: Rounded Corners 10">
              <a:extLst>
                <a:ext uri="{FF2B5EF4-FFF2-40B4-BE49-F238E27FC236}">
                  <a16:creationId xmlns:a16="http://schemas.microsoft.com/office/drawing/2014/main" id="{65AAC226-692B-3A0D-B828-59974863C0E8}"/>
                </a:ext>
              </a:extLst>
            </p:cNvPr>
            <p:cNvSpPr/>
            <p:nvPr/>
          </p:nvSpPr>
          <p:spPr bwMode="auto">
            <a:xfrm>
              <a:off x="569913" y="1533094"/>
              <a:ext cx="8416841" cy="4021458"/>
            </a:xfrm>
            <a:prstGeom prst="roundRect">
              <a:avLst>
                <a:gd name="adj" fmla="val 3811"/>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12" name="Rectangle: Rounded Corners 11">
              <a:extLst>
                <a:ext uri="{FF2B5EF4-FFF2-40B4-BE49-F238E27FC236}">
                  <a16:creationId xmlns:a16="http://schemas.microsoft.com/office/drawing/2014/main" id="{AE573E07-2FBD-E7B9-4355-4C55CF522400}"/>
                </a:ext>
              </a:extLst>
            </p:cNvPr>
            <p:cNvSpPr/>
            <p:nvPr/>
          </p:nvSpPr>
          <p:spPr bwMode="auto">
            <a:xfrm>
              <a:off x="569913" y="1533094"/>
              <a:ext cx="8416841" cy="4021458"/>
            </a:xfrm>
            <a:prstGeom prst="roundRect">
              <a:avLst>
                <a:gd name="adj" fmla="val 3328"/>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grpSp>
        <p:nvGrpSpPr>
          <p:cNvPr id="367" name="Group 366">
            <a:extLst>
              <a:ext uri="{FF2B5EF4-FFF2-40B4-BE49-F238E27FC236}">
                <a16:creationId xmlns:a16="http://schemas.microsoft.com/office/drawing/2014/main" id="{6D868F4C-4BC5-2872-1291-9C7F8FFA762D}"/>
              </a:ext>
            </a:extLst>
          </p:cNvPr>
          <p:cNvGrpSpPr/>
          <p:nvPr/>
        </p:nvGrpSpPr>
        <p:grpSpPr>
          <a:xfrm>
            <a:off x="8392345" y="229858"/>
            <a:ext cx="3567053" cy="2182329"/>
            <a:chOff x="8392345" y="229858"/>
            <a:chExt cx="3567053" cy="2182329"/>
          </a:xfrm>
        </p:grpSpPr>
        <p:pic>
          <p:nvPicPr>
            <p:cNvPr id="365" name="Picture 364" descr="A blue and green ribbon&#10;&#10;Description automatically generated">
              <a:extLst>
                <a:ext uri="{FF2B5EF4-FFF2-40B4-BE49-F238E27FC236}">
                  <a16:creationId xmlns:a16="http://schemas.microsoft.com/office/drawing/2014/main" id="{5B0267E9-2AF2-2FE0-1B1D-0F7277EB58B5}"/>
                </a:ext>
              </a:extLst>
            </p:cNvPr>
            <p:cNvPicPr>
              <a:picLocks noChangeAspect="1"/>
            </p:cNvPicPr>
            <p:nvPr/>
          </p:nvPicPr>
          <p:blipFill>
            <a:blip r:embed="rId3" cstate="hqprint">
              <a:extLst>
                <a:ext uri="{28A0092B-C50C-407E-A947-70E740481C1C}">
                  <a14:useLocalDpi xmlns:a14="http://schemas.microsoft.com/office/drawing/2010/main"/>
                </a:ext>
              </a:extLst>
            </a:blip>
            <a:srcRect l="60414" b="49749"/>
            <a:stretch/>
          </p:blipFill>
          <p:spPr>
            <a:xfrm rot="10800000">
              <a:off x="8392345" y="229858"/>
              <a:ext cx="3567053" cy="2182329"/>
            </a:xfrm>
            <a:prstGeom prst="roundRect">
              <a:avLst>
                <a:gd name="adj" fmla="val 6994"/>
              </a:avLst>
            </a:prstGeom>
          </p:spPr>
        </p:pic>
        <p:pic>
          <p:nvPicPr>
            <p:cNvPr id="366" name="Picture 365" descr="A blue and green sphere&#10;&#10;Description automatically generated">
              <a:extLst>
                <a:ext uri="{FF2B5EF4-FFF2-40B4-BE49-F238E27FC236}">
                  <a16:creationId xmlns:a16="http://schemas.microsoft.com/office/drawing/2014/main" id="{D539A28B-7F35-E3C0-CB87-162DB00C8A7C}"/>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0862796" y="1205702"/>
              <a:ext cx="382412" cy="377828"/>
            </a:xfrm>
            <a:prstGeom prst="rect">
              <a:avLst/>
            </a:prstGeom>
            <a:effectLst>
              <a:outerShdw blurRad="114300" dist="139700" dir="8100000" algn="tr" rotWithShape="0">
                <a:prstClr val="black">
                  <a:alpha val="6000"/>
                </a:prstClr>
              </a:outerShdw>
            </a:effectLst>
          </p:spPr>
        </p:pic>
      </p:grpSp>
      <p:grpSp>
        <p:nvGrpSpPr>
          <p:cNvPr id="2" name="Group 1">
            <a:extLst>
              <a:ext uri="{FF2B5EF4-FFF2-40B4-BE49-F238E27FC236}">
                <a16:creationId xmlns:a16="http://schemas.microsoft.com/office/drawing/2014/main" id="{6F3FD3CB-8952-7AD5-DD0B-AA89B2FCBC33}"/>
              </a:ext>
            </a:extLst>
          </p:cNvPr>
          <p:cNvGrpSpPr/>
          <p:nvPr/>
        </p:nvGrpSpPr>
        <p:grpSpPr>
          <a:xfrm>
            <a:off x="719169" y="1763202"/>
            <a:ext cx="2080458" cy="2841600"/>
            <a:chOff x="719169" y="1763202"/>
            <a:chExt cx="2080458" cy="2841600"/>
          </a:xfrm>
        </p:grpSpPr>
        <p:sp>
          <p:nvSpPr>
            <p:cNvPr id="313" name="Rectangle: Rounded Corners 312">
              <a:extLst>
                <a:ext uri="{FF2B5EF4-FFF2-40B4-BE49-F238E27FC236}">
                  <a16:creationId xmlns:a16="http://schemas.microsoft.com/office/drawing/2014/main" id="{6D6D681F-C8A0-4C5D-FFE9-0124BFE99674}"/>
                </a:ext>
              </a:extLst>
            </p:cNvPr>
            <p:cNvSpPr>
              <a:spLocks/>
            </p:cNvSpPr>
            <p:nvPr/>
          </p:nvSpPr>
          <p:spPr bwMode="auto">
            <a:xfrm>
              <a:off x="719169" y="1763202"/>
              <a:ext cx="1980000" cy="284160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324000" rtl="0" eaLnBrk="1" fontAlgn="base" latinLnBrk="0" hangingPunct="1">
                <a:lnSpc>
                  <a:spcPct val="100000"/>
                </a:lnSpc>
                <a:spcBef>
                  <a:spcPct val="0"/>
                </a:spcBef>
                <a:spcAft>
                  <a:spcPct val="0"/>
                </a:spcAft>
                <a:buClrTx/>
                <a:buSzTx/>
                <a:buFontTx/>
                <a:buNone/>
                <a:tabLst>
                  <a:tab pos="324000" algn="l"/>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352" name="Rectangle: Rounded Corners 351">
              <a:extLst>
                <a:ext uri="{FF2B5EF4-FFF2-40B4-BE49-F238E27FC236}">
                  <a16:creationId xmlns:a16="http://schemas.microsoft.com/office/drawing/2014/main" id="{C60DA367-4D2E-EEF3-D142-E434E38D11E6}"/>
                </a:ext>
              </a:extLst>
            </p:cNvPr>
            <p:cNvSpPr>
              <a:spLocks/>
            </p:cNvSpPr>
            <p:nvPr/>
          </p:nvSpPr>
          <p:spPr bwMode="auto">
            <a:xfrm>
              <a:off x="882649" y="2381873"/>
              <a:ext cx="1916978" cy="983025"/>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24000" fontAlgn="base">
                <a:spcBef>
                  <a:spcPct val="0"/>
                </a:spcBef>
                <a:spcAft>
                  <a:spcPts val="700"/>
                </a:spcAft>
                <a:tabLst>
                  <a:tab pos="324000" algn="l"/>
                </a:tabLst>
              </a:pPr>
              <a:r>
                <a:rPr lang="en-US" sz="1100">
                  <a:solidFill>
                    <a:schemeClr val="bg1"/>
                  </a:solidFill>
                  <a:cs typeface="Segoe Sans Text ExtraBold" pitchFamily="2" charset="0"/>
                </a:rPr>
                <a:t>Code Reproducibility</a:t>
              </a:r>
              <a:endParaRPr lang="en-GB" sz="1100">
                <a:solidFill>
                  <a:schemeClr val="bg1"/>
                </a:solidFill>
                <a:cs typeface="Segoe Sans Text ExtraBold" pitchFamily="2" charset="0"/>
              </a:endParaRPr>
            </a:p>
            <a:p>
              <a:pPr defTabSz="324000" fontAlgn="base">
                <a:spcBef>
                  <a:spcPct val="0"/>
                </a:spcBef>
                <a:spcAft>
                  <a:spcPts val="700"/>
                </a:spcAft>
                <a:tabLst>
                  <a:tab pos="324000" algn="l"/>
                </a:tabLst>
              </a:pPr>
              <a:r>
                <a:rPr lang="en-US" sz="1100">
                  <a:solidFill>
                    <a:schemeClr val="bg1"/>
                  </a:solidFill>
                  <a:cs typeface="Segoe Sans Text ExtraBold" pitchFamily="2" charset="0"/>
                </a:rPr>
                <a:t>Code Validation</a:t>
              </a:r>
              <a:endParaRPr lang="en-GB" sz="1100">
                <a:solidFill>
                  <a:schemeClr val="bg1"/>
                </a:solidFill>
                <a:cs typeface="Segoe Sans Text ExtraBold" pitchFamily="2" charset="0"/>
              </a:endParaRPr>
            </a:p>
            <a:p>
              <a:pPr defTabSz="324000" fontAlgn="base">
                <a:spcBef>
                  <a:spcPct val="0"/>
                </a:spcBef>
                <a:spcAft>
                  <a:spcPts val="700"/>
                </a:spcAft>
                <a:tabLst>
                  <a:tab pos="324000" algn="l"/>
                </a:tabLst>
              </a:pPr>
              <a:r>
                <a:rPr lang="en-US" sz="1100">
                  <a:solidFill>
                    <a:schemeClr val="bg1"/>
                  </a:solidFill>
                  <a:cs typeface="Segoe Sans Text ExtraBold" pitchFamily="2" charset="0"/>
                </a:rPr>
                <a:t>Applications Deployment</a:t>
              </a:r>
            </a:p>
            <a:p>
              <a:pPr lvl="0" defTabSz="324000" fontAlgn="base">
                <a:spcBef>
                  <a:spcPct val="0"/>
                </a:spcBef>
                <a:spcAft>
                  <a:spcPts val="700"/>
                </a:spcAft>
                <a:tabLst>
                  <a:tab pos="324000" algn="l"/>
                </a:tabLst>
              </a:pPr>
              <a:endParaRPr lang="en-GB" sz="1100">
                <a:solidFill>
                  <a:schemeClr val="bg1"/>
                </a:solidFill>
                <a:cs typeface="Segoe Sans Text ExtraBold" pitchFamily="2" charset="0"/>
              </a:endParaRPr>
            </a:p>
          </p:txBody>
        </p:sp>
        <p:grpSp>
          <p:nvGrpSpPr>
            <p:cNvPr id="234" name="Group 233">
              <a:extLst>
                <a:ext uri="{FF2B5EF4-FFF2-40B4-BE49-F238E27FC236}">
                  <a16:creationId xmlns:a16="http://schemas.microsoft.com/office/drawing/2014/main" id="{E14B3D22-08A9-02C8-4297-57FBC9BB97FC}"/>
                </a:ext>
              </a:extLst>
            </p:cNvPr>
            <p:cNvGrpSpPr/>
            <p:nvPr/>
          </p:nvGrpSpPr>
          <p:grpSpPr>
            <a:xfrm>
              <a:off x="777176" y="1848229"/>
              <a:ext cx="1872000" cy="360000"/>
              <a:chOff x="815276" y="1850708"/>
              <a:chExt cx="2438044" cy="404578"/>
            </a:xfrm>
          </p:grpSpPr>
          <p:sp>
            <p:nvSpPr>
              <p:cNvPr id="63" name="Rectangle: Rounded Corners 62">
                <a:extLst>
                  <a:ext uri="{FF2B5EF4-FFF2-40B4-BE49-F238E27FC236}">
                    <a16:creationId xmlns:a16="http://schemas.microsoft.com/office/drawing/2014/main" id="{B0FF1BDC-D583-3D27-CCC5-F5FCA1921DFC}"/>
                  </a:ext>
                </a:extLst>
              </p:cNvPr>
              <p:cNvSpPr>
                <a:spLocks/>
              </p:cNvSpPr>
              <p:nvPr/>
            </p:nvSpPr>
            <p:spPr bwMode="auto">
              <a:xfrm>
                <a:off x="815276" y="1850708"/>
                <a:ext cx="2438044" cy="404578"/>
              </a:xfrm>
              <a:prstGeom prst="roundRect">
                <a:avLst>
                  <a:gd name="adj" fmla="val 5552"/>
                </a:avLst>
              </a:prstGeom>
              <a:solidFill>
                <a:srgbClr val="FFFFFF"/>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329" name="Group 328">
                <a:extLst>
                  <a:ext uri="{FF2B5EF4-FFF2-40B4-BE49-F238E27FC236}">
                    <a16:creationId xmlns:a16="http://schemas.microsoft.com/office/drawing/2014/main" id="{21816F7C-8E5F-8911-C07C-BBBFB7E1B34B}"/>
                  </a:ext>
                </a:extLst>
              </p:cNvPr>
              <p:cNvGrpSpPr/>
              <p:nvPr/>
            </p:nvGrpSpPr>
            <p:grpSpPr>
              <a:xfrm>
                <a:off x="848238" y="1883670"/>
                <a:ext cx="338654" cy="338654"/>
                <a:chOff x="1261672" y="4833938"/>
                <a:chExt cx="954296" cy="954296"/>
              </a:xfrm>
            </p:grpSpPr>
            <p:sp>
              <p:nvSpPr>
                <p:cNvPr id="330" name="Rectangle: Rounded Corners 329">
                  <a:extLst>
                    <a:ext uri="{FF2B5EF4-FFF2-40B4-BE49-F238E27FC236}">
                      <a16:creationId xmlns:a16="http://schemas.microsoft.com/office/drawing/2014/main" id="{D918FF9D-945A-D09A-3416-5242DE73C4C1}"/>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331" name="Rectangle: Rounded Corners 330">
                  <a:extLst>
                    <a:ext uri="{FF2B5EF4-FFF2-40B4-BE49-F238E27FC236}">
                      <a16:creationId xmlns:a16="http://schemas.microsoft.com/office/drawing/2014/main" id="{D8ABC53F-1086-D46B-D6C8-327C2C64E001}"/>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192" name="Rectangle: Rounded Corners 191">
                <a:extLst>
                  <a:ext uri="{FF2B5EF4-FFF2-40B4-BE49-F238E27FC236}">
                    <a16:creationId xmlns:a16="http://schemas.microsoft.com/office/drawing/2014/main" id="{C488796B-6CB3-F0E3-F9BB-7C0FC824BD33}"/>
                  </a:ext>
                </a:extLst>
              </p:cNvPr>
              <p:cNvSpPr>
                <a:spLocks/>
              </p:cNvSpPr>
              <p:nvPr/>
            </p:nvSpPr>
            <p:spPr bwMode="auto">
              <a:xfrm>
                <a:off x="1278040" y="1909139"/>
                <a:ext cx="1916978"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ct val="0"/>
                  </a:spcAft>
                </a:pPr>
                <a:r>
                  <a:rPr lang="en-GB" sz="1600" b="1" dirty="0">
                    <a:solidFill>
                      <a:srgbClr val="0078D4"/>
                    </a:solidFill>
                    <a:cs typeface="Segoe Sans Text ExtraBold" pitchFamily="2" charset="0"/>
                  </a:rPr>
                  <a:t>DevOps:</a:t>
                </a:r>
              </a:p>
            </p:txBody>
          </p:sp>
          <p:pic>
            <p:nvPicPr>
              <p:cNvPr id="3" name="Graphic 2">
                <a:extLst>
                  <a:ext uri="{FF2B5EF4-FFF2-40B4-BE49-F238E27FC236}">
                    <a16:creationId xmlns:a16="http://schemas.microsoft.com/office/drawing/2014/main" id="{E9C82D2B-CF95-2A09-1562-3E41A347EF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6842" y="1943429"/>
                <a:ext cx="223520" cy="223520"/>
              </a:xfrm>
              <a:prstGeom prst="rect">
                <a:avLst/>
              </a:prstGeom>
            </p:spPr>
          </p:pic>
        </p:grpSp>
      </p:grpSp>
      <p:grpSp>
        <p:nvGrpSpPr>
          <p:cNvPr id="25" name="Group 24">
            <a:extLst>
              <a:ext uri="{FF2B5EF4-FFF2-40B4-BE49-F238E27FC236}">
                <a16:creationId xmlns:a16="http://schemas.microsoft.com/office/drawing/2014/main" id="{AAD81BD8-0752-23EF-7162-95E12E896831}"/>
              </a:ext>
            </a:extLst>
          </p:cNvPr>
          <p:cNvGrpSpPr/>
          <p:nvPr/>
        </p:nvGrpSpPr>
        <p:grpSpPr>
          <a:xfrm>
            <a:off x="7191385" y="1779642"/>
            <a:ext cx="1980000" cy="2841600"/>
            <a:chOff x="7201675" y="1749653"/>
            <a:chExt cx="1980000" cy="2841600"/>
          </a:xfrm>
        </p:grpSpPr>
        <p:sp>
          <p:nvSpPr>
            <p:cNvPr id="312" name="Rectangle: Rounded Corners 311">
              <a:extLst>
                <a:ext uri="{FF2B5EF4-FFF2-40B4-BE49-F238E27FC236}">
                  <a16:creationId xmlns:a16="http://schemas.microsoft.com/office/drawing/2014/main" id="{19E46722-3709-B1BF-D802-7E081951B9B3}"/>
                </a:ext>
              </a:extLst>
            </p:cNvPr>
            <p:cNvSpPr>
              <a:spLocks/>
            </p:cNvSpPr>
            <p:nvPr/>
          </p:nvSpPr>
          <p:spPr bwMode="auto">
            <a:xfrm>
              <a:off x="7201675" y="1749653"/>
              <a:ext cx="1980000" cy="284160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360" name="Rectangle: Rounded Corners 359">
              <a:extLst>
                <a:ext uri="{FF2B5EF4-FFF2-40B4-BE49-F238E27FC236}">
                  <a16:creationId xmlns:a16="http://schemas.microsoft.com/office/drawing/2014/main" id="{2D1A5709-CDC1-55F4-5D61-60586B7EC7F8}"/>
                </a:ext>
              </a:extLst>
            </p:cNvPr>
            <p:cNvSpPr>
              <a:spLocks/>
            </p:cNvSpPr>
            <p:nvPr/>
          </p:nvSpPr>
          <p:spPr bwMode="auto">
            <a:xfrm>
              <a:off x="7247948" y="2463818"/>
              <a:ext cx="1916978" cy="983025"/>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24000" fontAlgn="base">
                <a:spcBef>
                  <a:spcPct val="0"/>
                </a:spcBef>
                <a:spcAft>
                  <a:spcPts val="700"/>
                </a:spcAft>
                <a:tabLst>
                  <a:tab pos="324000" algn="l"/>
                </a:tabLst>
              </a:pPr>
              <a:r>
                <a:rPr lang="en-US" sz="1100">
                  <a:solidFill>
                    <a:schemeClr val="bg1"/>
                  </a:solidFill>
                  <a:cs typeface="Segoe Sans Text ExtraBold" pitchFamily="2" charset="0"/>
                </a:rPr>
                <a:t>Model Reproducibility</a:t>
              </a:r>
              <a:endParaRPr lang="en-GB" sz="1100">
                <a:solidFill>
                  <a:schemeClr val="bg1"/>
                </a:solidFill>
                <a:cs typeface="Segoe Sans Text ExtraBold" pitchFamily="2" charset="0"/>
              </a:endParaRPr>
            </a:p>
            <a:p>
              <a:pPr defTabSz="324000" fontAlgn="base">
                <a:spcBef>
                  <a:spcPct val="0"/>
                </a:spcBef>
                <a:spcAft>
                  <a:spcPts val="700"/>
                </a:spcAft>
                <a:tabLst>
                  <a:tab pos="324000" algn="l"/>
                </a:tabLst>
              </a:pPr>
              <a:r>
                <a:rPr lang="en-US" sz="1100">
                  <a:solidFill>
                    <a:schemeClr val="bg1"/>
                  </a:solidFill>
                  <a:cs typeface="Segoe Sans Text ExtraBold" pitchFamily="2" charset="0"/>
                </a:rPr>
                <a:t>Model Validation</a:t>
              </a:r>
              <a:endParaRPr lang="en-GB" sz="1100">
                <a:solidFill>
                  <a:schemeClr val="bg1"/>
                </a:solidFill>
                <a:cs typeface="Segoe Sans Text ExtraBold" pitchFamily="2" charset="0"/>
              </a:endParaRPr>
            </a:p>
            <a:p>
              <a:pPr defTabSz="324000" fontAlgn="base">
                <a:spcBef>
                  <a:spcPct val="0"/>
                </a:spcBef>
                <a:spcAft>
                  <a:spcPts val="700"/>
                </a:spcAft>
                <a:tabLst>
                  <a:tab pos="324000" algn="l"/>
                </a:tabLst>
              </a:pPr>
              <a:r>
                <a:rPr lang="en-US" sz="1100">
                  <a:solidFill>
                    <a:schemeClr val="bg1"/>
                  </a:solidFill>
                  <a:cs typeface="Segoe Sans Text ExtraBold" pitchFamily="2" charset="0"/>
                </a:rPr>
                <a:t>Model Deployment</a:t>
              </a:r>
              <a:endParaRPr lang="en-GB" sz="1100">
                <a:solidFill>
                  <a:schemeClr val="bg1"/>
                </a:solidFill>
                <a:cs typeface="Segoe Sans Text ExtraBold" pitchFamily="2" charset="0"/>
              </a:endParaRPr>
            </a:p>
            <a:p>
              <a:pPr defTabSz="324000" fontAlgn="base">
                <a:spcBef>
                  <a:spcPct val="0"/>
                </a:spcBef>
                <a:spcAft>
                  <a:spcPts val="700"/>
                </a:spcAft>
                <a:tabLst>
                  <a:tab pos="324000" algn="l"/>
                </a:tabLst>
              </a:pPr>
              <a:r>
                <a:rPr lang="en-US" sz="1100">
                  <a:solidFill>
                    <a:schemeClr val="bg1"/>
                  </a:solidFill>
                  <a:cs typeface="Segoe Sans Text ExtraBold" pitchFamily="2" charset="0"/>
                </a:rPr>
                <a:t>Model Retraining</a:t>
              </a:r>
              <a:endParaRPr lang="en-GB" sz="1100">
                <a:solidFill>
                  <a:schemeClr val="bg1"/>
                </a:solidFill>
                <a:cs typeface="Segoe Sans Text ExtraBold" pitchFamily="2" charset="0"/>
              </a:endParaRPr>
            </a:p>
          </p:txBody>
        </p:sp>
        <p:grpSp>
          <p:nvGrpSpPr>
            <p:cNvPr id="235" name="Group 234">
              <a:extLst>
                <a:ext uri="{FF2B5EF4-FFF2-40B4-BE49-F238E27FC236}">
                  <a16:creationId xmlns:a16="http://schemas.microsoft.com/office/drawing/2014/main" id="{0E5A4472-B79B-FC03-DCA1-FE425B1CF00B}"/>
                </a:ext>
              </a:extLst>
            </p:cNvPr>
            <p:cNvGrpSpPr/>
            <p:nvPr/>
          </p:nvGrpSpPr>
          <p:grpSpPr>
            <a:xfrm>
              <a:off x="7242055" y="1855169"/>
              <a:ext cx="1872000" cy="360000"/>
              <a:chOff x="3517976" y="1850708"/>
              <a:chExt cx="2438044" cy="404578"/>
            </a:xfrm>
          </p:grpSpPr>
          <p:sp>
            <p:nvSpPr>
              <p:cNvPr id="316" name="Rectangle: Rounded Corners 315">
                <a:extLst>
                  <a:ext uri="{FF2B5EF4-FFF2-40B4-BE49-F238E27FC236}">
                    <a16:creationId xmlns:a16="http://schemas.microsoft.com/office/drawing/2014/main" id="{E30E07B2-364C-8B8F-93A6-2BB1FD87449D}"/>
                  </a:ext>
                </a:extLst>
              </p:cNvPr>
              <p:cNvSpPr>
                <a:spLocks/>
              </p:cNvSpPr>
              <p:nvPr/>
            </p:nvSpPr>
            <p:spPr bwMode="auto">
              <a:xfrm>
                <a:off x="3517976" y="1850708"/>
                <a:ext cx="2438044" cy="404578"/>
              </a:xfrm>
              <a:prstGeom prst="roundRect">
                <a:avLst>
                  <a:gd name="adj" fmla="val 5552"/>
                </a:avLst>
              </a:prstGeom>
              <a:solidFill>
                <a:srgbClr val="FFFFFF"/>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332" name="Group 331">
                <a:extLst>
                  <a:ext uri="{FF2B5EF4-FFF2-40B4-BE49-F238E27FC236}">
                    <a16:creationId xmlns:a16="http://schemas.microsoft.com/office/drawing/2014/main" id="{CDACFCB6-BA2B-7AE4-5C15-4D6CBA12FC50}"/>
                  </a:ext>
                </a:extLst>
              </p:cNvPr>
              <p:cNvGrpSpPr/>
              <p:nvPr/>
            </p:nvGrpSpPr>
            <p:grpSpPr>
              <a:xfrm>
                <a:off x="3545362" y="1883670"/>
                <a:ext cx="338654" cy="338654"/>
                <a:chOff x="1261672" y="4833938"/>
                <a:chExt cx="954296" cy="954296"/>
              </a:xfrm>
            </p:grpSpPr>
            <p:sp>
              <p:nvSpPr>
                <p:cNvPr id="333" name="Rectangle: Rounded Corners 332">
                  <a:extLst>
                    <a:ext uri="{FF2B5EF4-FFF2-40B4-BE49-F238E27FC236}">
                      <a16:creationId xmlns:a16="http://schemas.microsoft.com/office/drawing/2014/main" id="{AE56728D-73DA-7705-1EF6-268C38459402}"/>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334" name="Rectangle: Rounded Corners 333">
                  <a:extLst>
                    <a:ext uri="{FF2B5EF4-FFF2-40B4-BE49-F238E27FC236}">
                      <a16:creationId xmlns:a16="http://schemas.microsoft.com/office/drawing/2014/main" id="{7C6C2081-95E5-9A9F-320D-991EFA638E5D}"/>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347" name="Rectangle: Rounded Corners 346">
                <a:extLst>
                  <a:ext uri="{FF2B5EF4-FFF2-40B4-BE49-F238E27FC236}">
                    <a16:creationId xmlns:a16="http://schemas.microsoft.com/office/drawing/2014/main" id="{9585D414-0F8B-545C-EBBA-41F9A9ED6F4B}"/>
                  </a:ext>
                </a:extLst>
              </p:cNvPr>
              <p:cNvSpPr>
                <a:spLocks/>
              </p:cNvSpPr>
              <p:nvPr/>
            </p:nvSpPr>
            <p:spPr bwMode="auto">
              <a:xfrm>
                <a:off x="3983590" y="1909139"/>
                <a:ext cx="1916978"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ct val="0"/>
                  </a:spcAft>
                </a:pPr>
                <a:r>
                  <a:rPr lang="en-US" sz="1600" b="1" err="1">
                    <a:solidFill>
                      <a:srgbClr val="0078D4"/>
                    </a:solidFill>
                    <a:cs typeface="Segoe Sans Text ExtraBold" pitchFamily="2" charset="0"/>
                  </a:rPr>
                  <a:t>MLOps</a:t>
                </a:r>
                <a:r>
                  <a:rPr lang="en-US" sz="1600" b="1">
                    <a:solidFill>
                      <a:srgbClr val="0078D4"/>
                    </a:solidFill>
                    <a:cs typeface="Segoe Sans Text ExtraBold" pitchFamily="2" charset="0"/>
                  </a:rPr>
                  <a:t>: </a:t>
                </a:r>
              </a:p>
            </p:txBody>
          </p:sp>
          <p:pic>
            <p:nvPicPr>
              <p:cNvPr id="229" name="Graphic 228">
                <a:extLst>
                  <a:ext uri="{FF2B5EF4-FFF2-40B4-BE49-F238E27FC236}">
                    <a16:creationId xmlns:a16="http://schemas.microsoft.com/office/drawing/2014/main" id="{BE7A0FEB-1FFA-26FA-6ED0-9E8F3F05079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2796" y="1943429"/>
                <a:ext cx="223520" cy="223520"/>
              </a:xfrm>
              <a:prstGeom prst="rect">
                <a:avLst/>
              </a:prstGeom>
            </p:spPr>
          </p:pic>
        </p:grpSp>
      </p:grpSp>
      <p:grpSp>
        <p:nvGrpSpPr>
          <p:cNvPr id="4" name="Group 3">
            <a:extLst>
              <a:ext uri="{FF2B5EF4-FFF2-40B4-BE49-F238E27FC236}">
                <a16:creationId xmlns:a16="http://schemas.microsoft.com/office/drawing/2014/main" id="{842712DB-D735-4E9B-B895-7C312E7B8DD0}"/>
              </a:ext>
            </a:extLst>
          </p:cNvPr>
          <p:cNvGrpSpPr/>
          <p:nvPr/>
        </p:nvGrpSpPr>
        <p:grpSpPr>
          <a:xfrm>
            <a:off x="2886933" y="1749653"/>
            <a:ext cx="2068829" cy="2841600"/>
            <a:chOff x="2886933" y="1749653"/>
            <a:chExt cx="2068829" cy="2841600"/>
          </a:xfrm>
        </p:grpSpPr>
        <p:sp>
          <p:nvSpPr>
            <p:cNvPr id="311" name="Rectangle: Rounded Corners 310">
              <a:extLst>
                <a:ext uri="{FF2B5EF4-FFF2-40B4-BE49-F238E27FC236}">
                  <a16:creationId xmlns:a16="http://schemas.microsoft.com/office/drawing/2014/main" id="{55C5CC52-557B-1A3B-8D58-E4589B0A9517}"/>
                </a:ext>
              </a:extLst>
            </p:cNvPr>
            <p:cNvSpPr>
              <a:spLocks/>
            </p:cNvSpPr>
            <p:nvPr/>
          </p:nvSpPr>
          <p:spPr bwMode="auto">
            <a:xfrm>
              <a:off x="2886933" y="1749653"/>
              <a:ext cx="1980000" cy="284160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362" name="Rectangle: Rounded Corners 361">
              <a:extLst>
                <a:ext uri="{FF2B5EF4-FFF2-40B4-BE49-F238E27FC236}">
                  <a16:creationId xmlns:a16="http://schemas.microsoft.com/office/drawing/2014/main" id="{1858C12C-E26E-BE60-61F9-A8E05BB8C1B9}"/>
                </a:ext>
              </a:extLst>
            </p:cNvPr>
            <p:cNvSpPr>
              <a:spLocks/>
            </p:cNvSpPr>
            <p:nvPr/>
          </p:nvSpPr>
          <p:spPr bwMode="auto">
            <a:xfrm>
              <a:off x="3038784" y="2415742"/>
              <a:ext cx="1916978" cy="983025"/>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24000" fontAlgn="base">
                <a:spcBef>
                  <a:spcPct val="0"/>
                </a:spcBef>
                <a:spcAft>
                  <a:spcPts val="700"/>
                </a:spcAft>
                <a:tabLst>
                  <a:tab pos="324000" algn="l"/>
                </a:tabLst>
              </a:pPr>
              <a:r>
                <a:rPr lang="en-GB" sz="1100" dirty="0">
                  <a:solidFill>
                    <a:schemeClr val="bg1"/>
                  </a:solidFill>
                  <a:cs typeface="Segoe Sans Text ExtraBold" pitchFamily="2" charset="0"/>
                </a:rPr>
                <a:t>Secure Design</a:t>
              </a:r>
            </a:p>
            <a:p>
              <a:pPr defTabSz="324000" fontAlgn="base">
                <a:spcBef>
                  <a:spcPct val="0"/>
                </a:spcBef>
                <a:spcAft>
                  <a:spcPts val="700"/>
                </a:spcAft>
                <a:tabLst>
                  <a:tab pos="324000" algn="l"/>
                </a:tabLst>
              </a:pPr>
              <a:r>
                <a:rPr lang="en-GB" sz="1100" dirty="0">
                  <a:solidFill>
                    <a:schemeClr val="bg1"/>
                  </a:solidFill>
                  <a:cs typeface="Segoe Sans Text ExtraBold" pitchFamily="2" charset="0"/>
                </a:rPr>
                <a:t>Secure Code</a:t>
              </a:r>
            </a:p>
            <a:p>
              <a:pPr defTabSz="324000" fontAlgn="base">
                <a:spcBef>
                  <a:spcPct val="0"/>
                </a:spcBef>
                <a:spcAft>
                  <a:spcPts val="700"/>
                </a:spcAft>
                <a:tabLst>
                  <a:tab pos="324000" algn="l"/>
                </a:tabLst>
              </a:pPr>
              <a:r>
                <a:rPr lang="en-GB" sz="1100" dirty="0">
                  <a:solidFill>
                    <a:schemeClr val="bg1"/>
                  </a:solidFill>
                  <a:cs typeface="Segoe Sans Text ExtraBold" pitchFamily="2" charset="0"/>
                </a:rPr>
                <a:t>Secure CI/CD Pipelines</a:t>
              </a:r>
            </a:p>
            <a:p>
              <a:pPr defTabSz="324000" fontAlgn="base">
                <a:spcBef>
                  <a:spcPct val="0"/>
                </a:spcBef>
                <a:spcAft>
                  <a:spcPts val="700"/>
                </a:spcAft>
                <a:tabLst>
                  <a:tab pos="324000" algn="l"/>
                </a:tabLst>
              </a:pPr>
              <a:r>
                <a:rPr lang="en-GB" sz="1100" dirty="0">
                  <a:solidFill>
                    <a:schemeClr val="bg1"/>
                  </a:solidFill>
                  <a:cs typeface="Segoe Sans Text ExtraBold" pitchFamily="2" charset="0"/>
                </a:rPr>
                <a:t>Secure Operations</a:t>
              </a:r>
            </a:p>
          </p:txBody>
        </p:sp>
        <p:grpSp>
          <p:nvGrpSpPr>
            <p:cNvPr id="237" name="Group 236">
              <a:extLst>
                <a:ext uri="{FF2B5EF4-FFF2-40B4-BE49-F238E27FC236}">
                  <a16:creationId xmlns:a16="http://schemas.microsoft.com/office/drawing/2014/main" id="{248D6BD1-9BEA-D0AC-7BCC-E3AA23EA94CE}"/>
                </a:ext>
              </a:extLst>
            </p:cNvPr>
            <p:cNvGrpSpPr/>
            <p:nvPr/>
          </p:nvGrpSpPr>
          <p:grpSpPr>
            <a:xfrm>
              <a:off x="2945089" y="1855003"/>
              <a:ext cx="1872000" cy="360000"/>
              <a:chOff x="8923376" y="1850708"/>
              <a:chExt cx="2438044" cy="404578"/>
            </a:xfrm>
          </p:grpSpPr>
          <p:sp>
            <p:nvSpPr>
              <p:cNvPr id="318" name="Rectangle: Rounded Corners 317">
                <a:extLst>
                  <a:ext uri="{FF2B5EF4-FFF2-40B4-BE49-F238E27FC236}">
                    <a16:creationId xmlns:a16="http://schemas.microsoft.com/office/drawing/2014/main" id="{F3CE2D5C-6FD2-B842-4BA6-9C17D377FD86}"/>
                  </a:ext>
                </a:extLst>
              </p:cNvPr>
              <p:cNvSpPr>
                <a:spLocks/>
              </p:cNvSpPr>
              <p:nvPr/>
            </p:nvSpPr>
            <p:spPr bwMode="auto">
              <a:xfrm>
                <a:off x="8923376" y="1850708"/>
                <a:ext cx="2438044" cy="404578"/>
              </a:xfrm>
              <a:prstGeom prst="roundRect">
                <a:avLst>
                  <a:gd name="adj" fmla="val 5552"/>
                </a:avLst>
              </a:prstGeom>
              <a:solidFill>
                <a:srgbClr val="FFFFFF"/>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338" name="Group 337">
                <a:extLst>
                  <a:ext uri="{FF2B5EF4-FFF2-40B4-BE49-F238E27FC236}">
                    <a16:creationId xmlns:a16="http://schemas.microsoft.com/office/drawing/2014/main" id="{4066F562-4635-3014-45D2-E615B1756B41}"/>
                  </a:ext>
                </a:extLst>
              </p:cNvPr>
              <p:cNvGrpSpPr/>
              <p:nvPr/>
            </p:nvGrpSpPr>
            <p:grpSpPr>
              <a:xfrm>
                <a:off x="8939610" y="1883670"/>
                <a:ext cx="338654" cy="338654"/>
                <a:chOff x="1261672" y="4833938"/>
                <a:chExt cx="954296" cy="954296"/>
              </a:xfrm>
            </p:grpSpPr>
            <p:sp>
              <p:nvSpPr>
                <p:cNvPr id="339" name="Rectangle: Rounded Corners 338">
                  <a:extLst>
                    <a:ext uri="{FF2B5EF4-FFF2-40B4-BE49-F238E27FC236}">
                      <a16:creationId xmlns:a16="http://schemas.microsoft.com/office/drawing/2014/main" id="{86009454-3D52-4AF0-B899-671A5AA007AB}"/>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340" name="Rectangle: Rounded Corners 339">
                  <a:extLst>
                    <a:ext uri="{FF2B5EF4-FFF2-40B4-BE49-F238E27FC236}">
                      <a16:creationId xmlns:a16="http://schemas.microsoft.com/office/drawing/2014/main" id="{4D79AA6E-43DD-ED11-D345-73B408ED710E}"/>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349" name="Rectangle: Rounded Corners 348">
                <a:extLst>
                  <a:ext uri="{FF2B5EF4-FFF2-40B4-BE49-F238E27FC236}">
                    <a16:creationId xmlns:a16="http://schemas.microsoft.com/office/drawing/2014/main" id="{39A9144F-4CB4-2696-5D40-61DE7408CD82}"/>
                  </a:ext>
                </a:extLst>
              </p:cNvPr>
              <p:cNvSpPr>
                <a:spLocks/>
              </p:cNvSpPr>
              <p:nvPr/>
            </p:nvSpPr>
            <p:spPr bwMode="auto">
              <a:xfrm>
                <a:off x="9394690" y="1909139"/>
                <a:ext cx="1916978"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ct val="0"/>
                  </a:spcAft>
                </a:pPr>
                <a:r>
                  <a:rPr lang="en-GB" sz="1600" b="1" err="1">
                    <a:solidFill>
                      <a:srgbClr val="0078D4"/>
                    </a:solidFill>
                    <a:cs typeface="Segoe Sans Text ExtraBold" pitchFamily="2" charset="0"/>
                  </a:rPr>
                  <a:t>DevSecOps</a:t>
                </a:r>
                <a:r>
                  <a:rPr lang="en-GB" sz="1600" b="1">
                    <a:solidFill>
                      <a:srgbClr val="0078D4"/>
                    </a:solidFill>
                    <a:cs typeface="Segoe Sans Text ExtraBold" pitchFamily="2" charset="0"/>
                  </a:rPr>
                  <a:t>:</a:t>
                </a:r>
              </a:p>
            </p:txBody>
          </p:sp>
          <p:pic>
            <p:nvPicPr>
              <p:cNvPr id="231" name="Graphic 230">
                <a:extLst>
                  <a:ext uri="{FF2B5EF4-FFF2-40B4-BE49-F238E27FC236}">
                    <a16:creationId xmlns:a16="http://schemas.microsoft.com/office/drawing/2014/main" id="{515D113B-19EA-2AB5-018F-3FF0F234AFA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98606" y="1943429"/>
                <a:ext cx="223520" cy="223520"/>
              </a:xfrm>
              <a:prstGeom prst="rect">
                <a:avLst/>
              </a:prstGeom>
            </p:spPr>
          </p:pic>
        </p:grpSp>
      </p:grpSp>
      <p:grpSp>
        <p:nvGrpSpPr>
          <p:cNvPr id="27" name="Group 26">
            <a:extLst>
              <a:ext uri="{FF2B5EF4-FFF2-40B4-BE49-F238E27FC236}">
                <a16:creationId xmlns:a16="http://schemas.microsoft.com/office/drawing/2014/main" id="{A27BA315-A0C0-91E5-73C4-408DF4C18042}"/>
              </a:ext>
            </a:extLst>
          </p:cNvPr>
          <p:cNvGrpSpPr/>
          <p:nvPr/>
        </p:nvGrpSpPr>
        <p:grpSpPr>
          <a:xfrm>
            <a:off x="3236588" y="4857753"/>
            <a:ext cx="5297400" cy="575109"/>
            <a:chOff x="3236588" y="4857753"/>
            <a:chExt cx="5297400" cy="575109"/>
          </a:xfrm>
        </p:grpSpPr>
        <p:sp>
          <p:nvSpPr>
            <p:cNvPr id="310" name="Rectangle: Rounded Corners 309">
              <a:extLst>
                <a:ext uri="{FF2B5EF4-FFF2-40B4-BE49-F238E27FC236}">
                  <a16:creationId xmlns:a16="http://schemas.microsoft.com/office/drawing/2014/main" id="{B24F8B68-D45C-4C11-3B82-CBD642C3CABA}"/>
                </a:ext>
              </a:extLst>
            </p:cNvPr>
            <p:cNvSpPr>
              <a:spLocks/>
            </p:cNvSpPr>
            <p:nvPr/>
          </p:nvSpPr>
          <p:spPr bwMode="auto">
            <a:xfrm>
              <a:off x="3236588" y="4857753"/>
              <a:ext cx="5297400" cy="575109"/>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238" name="Group 237">
              <a:extLst>
                <a:ext uri="{FF2B5EF4-FFF2-40B4-BE49-F238E27FC236}">
                  <a16:creationId xmlns:a16="http://schemas.microsoft.com/office/drawing/2014/main" id="{0F95A411-08DB-E09F-8A3F-61EEFA25CFEE}"/>
                </a:ext>
              </a:extLst>
            </p:cNvPr>
            <p:cNvGrpSpPr/>
            <p:nvPr/>
          </p:nvGrpSpPr>
          <p:grpSpPr>
            <a:xfrm>
              <a:off x="3321695" y="4942782"/>
              <a:ext cx="5140744" cy="404578"/>
              <a:chOff x="6220676" y="4800307"/>
              <a:chExt cx="5140744" cy="404578"/>
            </a:xfrm>
          </p:grpSpPr>
          <p:sp>
            <p:nvSpPr>
              <p:cNvPr id="326" name="Rectangle: Rounded Corners 325">
                <a:extLst>
                  <a:ext uri="{FF2B5EF4-FFF2-40B4-BE49-F238E27FC236}">
                    <a16:creationId xmlns:a16="http://schemas.microsoft.com/office/drawing/2014/main" id="{3B2D7257-5219-7ACF-4978-DCACE61C2291}"/>
                  </a:ext>
                </a:extLst>
              </p:cNvPr>
              <p:cNvSpPr>
                <a:spLocks/>
              </p:cNvSpPr>
              <p:nvPr/>
            </p:nvSpPr>
            <p:spPr bwMode="auto">
              <a:xfrm>
                <a:off x="6220676" y="4800307"/>
                <a:ext cx="5140744" cy="404578"/>
              </a:xfrm>
              <a:prstGeom prst="roundRect">
                <a:avLst>
                  <a:gd name="adj" fmla="val 5552"/>
                </a:avLst>
              </a:prstGeom>
              <a:solidFill>
                <a:srgbClr val="FFFFFF"/>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344" name="Group 343">
                <a:extLst>
                  <a:ext uri="{FF2B5EF4-FFF2-40B4-BE49-F238E27FC236}">
                    <a16:creationId xmlns:a16="http://schemas.microsoft.com/office/drawing/2014/main" id="{A290B6B2-5C47-53F9-E41C-F09D3C199E09}"/>
                  </a:ext>
                </a:extLst>
              </p:cNvPr>
              <p:cNvGrpSpPr/>
              <p:nvPr/>
            </p:nvGrpSpPr>
            <p:grpSpPr>
              <a:xfrm>
                <a:off x="6242486" y="4833269"/>
                <a:ext cx="338654" cy="338654"/>
                <a:chOff x="1261672" y="4833938"/>
                <a:chExt cx="954296" cy="954296"/>
              </a:xfrm>
            </p:grpSpPr>
            <p:sp>
              <p:nvSpPr>
                <p:cNvPr id="345" name="Rectangle: Rounded Corners 344">
                  <a:extLst>
                    <a:ext uri="{FF2B5EF4-FFF2-40B4-BE49-F238E27FC236}">
                      <a16:creationId xmlns:a16="http://schemas.microsoft.com/office/drawing/2014/main" id="{7ED9F90A-CC24-1947-041D-B65E9F0B7862}"/>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346" name="Rectangle: Rounded Corners 345">
                  <a:extLst>
                    <a:ext uri="{FF2B5EF4-FFF2-40B4-BE49-F238E27FC236}">
                      <a16:creationId xmlns:a16="http://schemas.microsoft.com/office/drawing/2014/main" id="{BDE36F20-9EFF-5326-641B-8B8DC11DBF6B}"/>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351" name="Rectangle: Rounded Corners 350">
                <a:extLst>
                  <a:ext uri="{FF2B5EF4-FFF2-40B4-BE49-F238E27FC236}">
                    <a16:creationId xmlns:a16="http://schemas.microsoft.com/office/drawing/2014/main" id="{1A4BC7DB-1FC2-1C7D-8FB0-49EBDC32DB37}"/>
                  </a:ext>
                </a:extLst>
              </p:cNvPr>
              <p:cNvSpPr>
                <a:spLocks/>
              </p:cNvSpPr>
              <p:nvPr/>
            </p:nvSpPr>
            <p:spPr bwMode="auto">
              <a:xfrm>
                <a:off x="6689140" y="4858738"/>
                <a:ext cx="1916978"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ct val="0"/>
                  </a:spcAft>
                </a:pPr>
                <a:r>
                  <a:rPr lang="en-GB" sz="1600" b="1" dirty="0" err="1">
                    <a:solidFill>
                      <a:srgbClr val="0078D4"/>
                    </a:solidFill>
                    <a:cs typeface="Segoe Sans Text ExtraBold" pitchFamily="2" charset="0"/>
                  </a:rPr>
                  <a:t>GenAIOps</a:t>
                </a:r>
                <a:endParaRPr lang="en-GB" sz="1600" b="1" dirty="0">
                  <a:solidFill>
                    <a:srgbClr val="0078D4"/>
                  </a:solidFill>
                  <a:cs typeface="Segoe Sans Text ExtraBold" pitchFamily="2" charset="0"/>
                </a:endParaRPr>
              </a:p>
            </p:txBody>
          </p:sp>
          <p:pic>
            <p:nvPicPr>
              <p:cNvPr id="233" name="Graphic 232">
                <a:extLst>
                  <a:ext uri="{FF2B5EF4-FFF2-40B4-BE49-F238E27FC236}">
                    <a16:creationId xmlns:a16="http://schemas.microsoft.com/office/drawing/2014/main" id="{B4555EA3-1FB4-4C38-2A15-B5A20EC6860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01996" y="4893481"/>
                <a:ext cx="223520" cy="223520"/>
              </a:xfrm>
              <a:prstGeom prst="rect">
                <a:avLst/>
              </a:prstGeom>
            </p:spPr>
          </p:pic>
        </p:grpSp>
      </p:grpSp>
      <p:grpSp>
        <p:nvGrpSpPr>
          <p:cNvPr id="24" name="Group 23">
            <a:extLst>
              <a:ext uri="{FF2B5EF4-FFF2-40B4-BE49-F238E27FC236}">
                <a16:creationId xmlns:a16="http://schemas.microsoft.com/office/drawing/2014/main" id="{4D51D75E-961A-2CBD-93A2-ABA3E391CDD4}"/>
              </a:ext>
            </a:extLst>
          </p:cNvPr>
          <p:cNvGrpSpPr/>
          <p:nvPr/>
        </p:nvGrpSpPr>
        <p:grpSpPr>
          <a:xfrm>
            <a:off x="5029295" y="1771961"/>
            <a:ext cx="2107611" cy="2841600"/>
            <a:chOff x="5029295" y="1771961"/>
            <a:chExt cx="2107611" cy="2841600"/>
          </a:xfrm>
        </p:grpSpPr>
        <p:sp>
          <p:nvSpPr>
            <p:cNvPr id="314" name="Rectangle: Rounded Corners 313">
              <a:extLst>
                <a:ext uri="{FF2B5EF4-FFF2-40B4-BE49-F238E27FC236}">
                  <a16:creationId xmlns:a16="http://schemas.microsoft.com/office/drawing/2014/main" id="{141CAD40-C6AF-CD3A-FE18-75927E018053}"/>
                </a:ext>
              </a:extLst>
            </p:cNvPr>
            <p:cNvSpPr>
              <a:spLocks/>
            </p:cNvSpPr>
            <p:nvPr/>
          </p:nvSpPr>
          <p:spPr bwMode="auto">
            <a:xfrm>
              <a:off x="5029295" y="1771961"/>
              <a:ext cx="1980000" cy="284160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361" name="Rectangle: Rounded Corners 360">
              <a:extLst>
                <a:ext uri="{FF2B5EF4-FFF2-40B4-BE49-F238E27FC236}">
                  <a16:creationId xmlns:a16="http://schemas.microsoft.com/office/drawing/2014/main" id="{E34FC836-CD4B-438B-3E1A-6068B0CA1972}"/>
                </a:ext>
              </a:extLst>
            </p:cNvPr>
            <p:cNvSpPr>
              <a:spLocks/>
            </p:cNvSpPr>
            <p:nvPr/>
          </p:nvSpPr>
          <p:spPr bwMode="auto">
            <a:xfrm>
              <a:off x="5219928" y="2419874"/>
              <a:ext cx="1916978" cy="713958"/>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ts val="700"/>
                </a:spcAft>
              </a:pPr>
              <a:r>
                <a:rPr lang="en-GB" sz="1100">
                  <a:solidFill>
                    <a:schemeClr val="bg1"/>
                  </a:solidFill>
                  <a:ea typeface="Segoe UI" pitchFamily="34" charset="0"/>
                  <a:cs typeface="Segoe UI" pitchFamily="34" charset="0"/>
                </a:rPr>
                <a:t>Data Quality</a:t>
              </a:r>
            </a:p>
            <a:p>
              <a:pPr defTabSz="932472" fontAlgn="base">
                <a:spcBef>
                  <a:spcPct val="0"/>
                </a:spcBef>
                <a:spcAft>
                  <a:spcPts val="700"/>
                </a:spcAft>
              </a:pPr>
              <a:r>
                <a:rPr lang="en-GB" sz="1100">
                  <a:solidFill>
                    <a:schemeClr val="bg1"/>
                  </a:solidFill>
                  <a:ea typeface="Segoe UI" pitchFamily="34" charset="0"/>
                  <a:cs typeface="Segoe UI" pitchFamily="34" charset="0"/>
                </a:rPr>
                <a:t>Team collaboration</a:t>
              </a:r>
              <a:endParaRPr lang="en-GB" sz="1100">
                <a:solidFill>
                  <a:schemeClr val="bg1"/>
                </a:solidFill>
                <a:cs typeface="Segoe Sans Text ExtraBold" pitchFamily="2" charset="0"/>
              </a:endParaRPr>
            </a:p>
            <a:p>
              <a:pPr defTabSz="932472" fontAlgn="base">
                <a:spcBef>
                  <a:spcPct val="0"/>
                </a:spcBef>
                <a:spcAft>
                  <a:spcPts val="700"/>
                </a:spcAft>
              </a:pPr>
              <a:r>
                <a:rPr lang="en-GB" sz="1100">
                  <a:solidFill>
                    <a:schemeClr val="bg1"/>
                  </a:solidFill>
                  <a:cs typeface="Segoe Sans Text ExtraBold" pitchFamily="2" charset="0"/>
                </a:rPr>
                <a:t>Governance</a:t>
              </a:r>
            </a:p>
          </p:txBody>
        </p:sp>
        <p:grpSp>
          <p:nvGrpSpPr>
            <p:cNvPr id="6" name="Group 5">
              <a:extLst>
                <a:ext uri="{FF2B5EF4-FFF2-40B4-BE49-F238E27FC236}">
                  <a16:creationId xmlns:a16="http://schemas.microsoft.com/office/drawing/2014/main" id="{F4B9294B-2012-5D52-380A-B9F59C6691CF}"/>
                </a:ext>
              </a:extLst>
            </p:cNvPr>
            <p:cNvGrpSpPr/>
            <p:nvPr/>
          </p:nvGrpSpPr>
          <p:grpSpPr>
            <a:xfrm>
              <a:off x="5089041" y="1864014"/>
              <a:ext cx="1872000" cy="360000"/>
              <a:chOff x="3517976" y="1850708"/>
              <a:chExt cx="2438044" cy="404578"/>
            </a:xfrm>
          </p:grpSpPr>
          <p:sp>
            <p:nvSpPr>
              <p:cNvPr id="7" name="Rectangle: Rounded Corners 6">
                <a:extLst>
                  <a:ext uri="{FF2B5EF4-FFF2-40B4-BE49-F238E27FC236}">
                    <a16:creationId xmlns:a16="http://schemas.microsoft.com/office/drawing/2014/main" id="{138DBFE1-EF56-916C-D408-0ED2E5DBE47D}"/>
                  </a:ext>
                </a:extLst>
              </p:cNvPr>
              <p:cNvSpPr>
                <a:spLocks/>
              </p:cNvSpPr>
              <p:nvPr/>
            </p:nvSpPr>
            <p:spPr bwMode="auto">
              <a:xfrm>
                <a:off x="3517976" y="1850708"/>
                <a:ext cx="2438044" cy="404578"/>
              </a:xfrm>
              <a:prstGeom prst="roundRect">
                <a:avLst>
                  <a:gd name="adj" fmla="val 5552"/>
                </a:avLst>
              </a:prstGeom>
              <a:solidFill>
                <a:srgbClr val="FFFFFF"/>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8" name="Group 7">
                <a:extLst>
                  <a:ext uri="{FF2B5EF4-FFF2-40B4-BE49-F238E27FC236}">
                    <a16:creationId xmlns:a16="http://schemas.microsoft.com/office/drawing/2014/main" id="{008838E1-BE49-679A-0486-9A0AC8B1443F}"/>
                  </a:ext>
                </a:extLst>
              </p:cNvPr>
              <p:cNvGrpSpPr/>
              <p:nvPr/>
            </p:nvGrpSpPr>
            <p:grpSpPr>
              <a:xfrm>
                <a:off x="3545362" y="1883670"/>
                <a:ext cx="338654" cy="338654"/>
                <a:chOff x="1261672" y="4833938"/>
                <a:chExt cx="954296" cy="954296"/>
              </a:xfrm>
            </p:grpSpPr>
            <p:sp>
              <p:nvSpPr>
                <p:cNvPr id="13" name="Rectangle: Rounded Corners 12">
                  <a:extLst>
                    <a:ext uri="{FF2B5EF4-FFF2-40B4-BE49-F238E27FC236}">
                      <a16:creationId xmlns:a16="http://schemas.microsoft.com/office/drawing/2014/main" id="{5C7E14DC-4D1A-95BA-45BF-D68AAD8A1B10}"/>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14" name="Rectangle: Rounded Corners 13">
                  <a:extLst>
                    <a:ext uri="{FF2B5EF4-FFF2-40B4-BE49-F238E27FC236}">
                      <a16:creationId xmlns:a16="http://schemas.microsoft.com/office/drawing/2014/main" id="{BB117B5F-B22B-CEEB-04F3-6AD0C9E54559}"/>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9" name="Rectangle: Rounded Corners 8">
                <a:extLst>
                  <a:ext uri="{FF2B5EF4-FFF2-40B4-BE49-F238E27FC236}">
                    <a16:creationId xmlns:a16="http://schemas.microsoft.com/office/drawing/2014/main" id="{18FABB9D-A289-D200-FE01-5D5610B92B6A}"/>
                  </a:ext>
                </a:extLst>
              </p:cNvPr>
              <p:cNvSpPr>
                <a:spLocks/>
              </p:cNvSpPr>
              <p:nvPr/>
            </p:nvSpPr>
            <p:spPr bwMode="auto">
              <a:xfrm>
                <a:off x="3983590" y="1909139"/>
                <a:ext cx="1916978"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ct val="0"/>
                  </a:spcAft>
                </a:pPr>
                <a:r>
                  <a:rPr lang="en-US" sz="1600" b="1" dirty="0" err="1">
                    <a:solidFill>
                      <a:srgbClr val="0078D4"/>
                    </a:solidFill>
                    <a:cs typeface="Segoe Sans Text ExtraBold" pitchFamily="2" charset="0"/>
                  </a:rPr>
                  <a:t>DataOps</a:t>
                </a:r>
                <a:r>
                  <a:rPr lang="en-US" sz="1600" b="1" dirty="0">
                    <a:solidFill>
                      <a:srgbClr val="0078D4"/>
                    </a:solidFill>
                    <a:cs typeface="Segoe Sans Text ExtraBold" pitchFamily="2" charset="0"/>
                  </a:rPr>
                  <a:t>: </a:t>
                </a:r>
              </a:p>
            </p:txBody>
          </p:sp>
          <p:pic>
            <p:nvPicPr>
              <p:cNvPr id="10" name="Graphic 9">
                <a:extLst>
                  <a:ext uri="{FF2B5EF4-FFF2-40B4-BE49-F238E27FC236}">
                    <a16:creationId xmlns:a16="http://schemas.microsoft.com/office/drawing/2014/main" id="{7F2726A6-AEDF-D4DC-C270-2547237F5C5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2796" y="1943429"/>
                <a:ext cx="223520" cy="223520"/>
              </a:xfrm>
              <a:prstGeom prst="rect">
                <a:avLst/>
              </a:prstGeom>
            </p:spPr>
          </p:pic>
        </p:grpSp>
      </p:grpSp>
      <p:grpSp>
        <p:nvGrpSpPr>
          <p:cNvPr id="26" name="Group 25">
            <a:extLst>
              <a:ext uri="{FF2B5EF4-FFF2-40B4-BE49-F238E27FC236}">
                <a16:creationId xmlns:a16="http://schemas.microsoft.com/office/drawing/2014/main" id="{456CCAAA-37E5-AD5E-0FA9-5BF0E6511D20}"/>
              </a:ext>
            </a:extLst>
          </p:cNvPr>
          <p:cNvGrpSpPr/>
          <p:nvPr/>
        </p:nvGrpSpPr>
        <p:grpSpPr>
          <a:xfrm>
            <a:off x="9365596" y="1779642"/>
            <a:ext cx="2116384" cy="2841600"/>
            <a:chOff x="9365596" y="1779642"/>
            <a:chExt cx="2116384" cy="2841600"/>
          </a:xfrm>
        </p:grpSpPr>
        <p:sp>
          <p:nvSpPr>
            <p:cNvPr id="15" name="Rectangle: Rounded Corners 14">
              <a:extLst>
                <a:ext uri="{FF2B5EF4-FFF2-40B4-BE49-F238E27FC236}">
                  <a16:creationId xmlns:a16="http://schemas.microsoft.com/office/drawing/2014/main" id="{10126763-6016-8172-F977-DBCCC7784AFA}"/>
                </a:ext>
              </a:extLst>
            </p:cNvPr>
            <p:cNvSpPr>
              <a:spLocks/>
            </p:cNvSpPr>
            <p:nvPr/>
          </p:nvSpPr>
          <p:spPr bwMode="auto">
            <a:xfrm>
              <a:off x="9365596" y="1779642"/>
              <a:ext cx="1980000" cy="284160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16" name="Group 15">
              <a:extLst>
                <a:ext uri="{FF2B5EF4-FFF2-40B4-BE49-F238E27FC236}">
                  <a16:creationId xmlns:a16="http://schemas.microsoft.com/office/drawing/2014/main" id="{6E810431-56B9-5642-F87C-44CE8AFE4AE7}"/>
                </a:ext>
              </a:extLst>
            </p:cNvPr>
            <p:cNvGrpSpPr/>
            <p:nvPr/>
          </p:nvGrpSpPr>
          <p:grpSpPr>
            <a:xfrm>
              <a:off x="9440001" y="1878882"/>
              <a:ext cx="1872000" cy="360000"/>
              <a:chOff x="3517976" y="1850708"/>
              <a:chExt cx="2438044" cy="404578"/>
            </a:xfrm>
          </p:grpSpPr>
          <p:sp>
            <p:nvSpPr>
              <p:cNvPr id="17" name="Rectangle: Rounded Corners 16">
                <a:extLst>
                  <a:ext uri="{FF2B5EF4-FFF2-40B4-BE49-F238E27FC236}">
                    <a16:creationId xmlns:a16="http://schemas.microsoft.com/office/drawing/2014/main" id="{A046DC0A-FE74-8C19-EC17-DCE59E235B59}"/>
                  </a:ext>
                </a:extLst>
              </p:cNvPr>
              <p:cNvSpPr>
                <a:spLocks/>
              </p:cNvSpPr>
              <p:nvPr/>
            </p:nvSpPr>
            <p:spPr bwMode="auto">
              <a:xfrm>
                <a:off x="3517976" y="1850708"/>
                <a:ext cx="2438044" cy="404578"/>
              </a:xfrm>
              <a:prstGeom prst="roundRect">
                <a:avLst>
                  <a:gd name="adj" fmla="val 5552"/>
                </a:avLst>
              </a:prstGeom>
              <a:solidFill>
                <a:srgbClr val="FFFFFF"/>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18" name="Group 17">
                <a:extLst>
                  <a:ext uri="{FF2B5EF4-FFF2-40B4-BE49-F238E27FC236}">
                    <a16:creationId xmlns:a16="http://schemas.microsoft.com/office/drawing/2014/main" id="{CE77E0DF-807A-9718-8FC1-907669332562}"/>
                  </a:ext>
                </a:extLst>
              </p:cNvPr>
              <p:cNvGrpSpPr/>
              <p:nvPr/>
            </p:nvGrpSpPr>
            <p:grpSpPr>
              <a:xfrm>
                <a:off x="3545362" y="1883670"/>
                <a:ext cx="338654" cy="338654"/>
                <a:chOff x="1261672" y="4833938"/>
                <a:chExt cx="954296" cy="954296"/>
              </a:xfrm>
            </p:grpSpPr>
            <p:sp>
              <p:nvSpPr>
                <p:cNvPr id="21" name="Rectangle: Rounded Corners 20">
                  <a:extLst>
                    <a:ext uri="{FF2B5EF4-FFF2-40B4-BE49-F238E27FC236}">
                      <a16:creationId xmlns:a16="http://schemas.microsoft.com/office/drawing/2014/main" id="{971AF13C-599E-A960-6243-27776D2DE78E}"/>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22" name="Rectangle: Rounded Corners 21">
                  <a:extLst>
                    <a:ext uri="{FF2B5EF4-FFF2-40B4-BE49-F238E27FC236}">
                      <a16:creationId xmlns:a16="http://schemas.microsoft.com/office/drawing/2014/main" id="{3BEBD7FD-5ED2-938E-E1B6-83B57C487C19}"/>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19" name="Rectangle: Rounded Corners 18">
                <a:extLst>
                  <a:ext uri="{FF2B5EF4-FFF2-40B4-BE49-F238E27FC236}">
                    <a16:creationId xmlns:a16="http://schemas.microsoft.com/office/drawing/2014/main" id="{48C737D5-D12A-1E2C-1A80-76338D21783E}"/>
                  </a:ext>
                </a:extLst>
              </p:cNvPr>
              <p:cNvSpPr>
                <a:spLocks/>
              </p:cNvSpPr>
              <p:nvPr/>
            </p:nvSpPr>
            <p:spPr bwMode="auto">
              <a:xfrm>
                <a:off x="3983590" y="1909139"/>
                <a:ext cx="1916979" cy="287414"/>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ct val="0"/>
                  </a:spcAft>
                </a:pPr>
                <a:r>
                  <a:rPr lang="en-US" sz="1600" b="1" err="1">
                    <a:solidFill>
                      <a:srgbClr val="0078D4"/>
                    </a:solidFill>
                    <a:cs typeface="Segoe Sans Text ExtraBold" pitchFamily="2" charset="0"/>
                  </a:rPr>
                  <a:t>LLMOps</a:t>
                </a:r>
                <a:r>
                  <a:rPr lang="en-US" sz="1600" b="1">
                    <a:solidFill>
                      <a:srgbClr val="0078D4"/>
                    </a:solidFill>
                    <a:cs typeface="Segoe Sans Text ExtraBold" pitchFamily="2" charset="0"/>
                  </a:rPr>
                  <a:t>: </a:t>
                </a:r>
              </a:p>
            </p:txBody>
          </p:sp>
          <p:pic>
            <p:nvPicPr>
              <p:cNvPr id="20" name="Graphic 19">
                <a:extLst>
                  <a:ext uri="{FF2B5EF4-FFF2-40B4-BE49-F238E27FC236}">
                    <a16:creationId xmlns:a16="http://schemas.microsoft.com/office/drawing/2014/main" id="{85D740A9-018E-52AE-097C-724E0649084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2796" y="1943429"/>
                <a:ext cx="223520" cy="223520"/>
              </a:xfrm>
              <a:prstGeom prst="rect">
                <a:avLst/>
              </a:prstGeom>
            </p:spPr>
          </p:pic>
        </p:grpSp>
        <p:sp>
          <p:nvSpPr>
            <p:cNvPr id="23" name="Rectangle: Rounded Corners 22">
              <a:extLst>
                <a:ext uri="{FF2B5EF4-FFF2-40B4-BE49-F238E27FC236}">
                  <a16:creationId xmlns:a16="http://schemas.microsoft.com/office/drawing/2014/main" id="{2C08AE49-C74B-3F60-09AF-9F11533815E5}"/>
                </a:ext>
              </a:extLst>
            </p:cNvPr>
            <p:cNvSpPr>
              <a:spLocks/>
            </p:cNvSpPr>
            <p:nvPr/>
          </p:nvSpPr>
          <p:spPr bwMode="auto">
            <a:xfrm>
              <a:off x="9565002" y="2490993"/>
              <a:ext cx="1916978" cy="1158850"/>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ts val="700"/>
                </a:spcAft>
              </a:pPr>
              <a:r>
                <a:rPr lang="en-GB" sz="1100" dirty="0">
                  <a:solidFill>
                    <a:schemeClr val="bg1"/>
                  </a:solidFill>
                  <a:ea typeface="Segoe UI" pitchFamily="34" charset="0"/>
                  <a:cs typeface="Segoe UI" pitchFamily="34" charset="0"/>
                </a:rPr>
                <a:t>Model Discovery</a:t>
              </a:r>
            </a:p>
            <a:p>
              <a:pPr defTabSz="932472" fontAlgn="base">
                <a:spcBef>
                  <a:spcPct val="0"/>
                </a:spcBef>
                <a:spcAft>
                  <a:spcPts val="700"/>
                </a:spcAft>
              </a:pPr>
              <a:r>
                <a:rPr lang="en-GB" sz="1100" dirty="0">
                  <a:solidFill>
                    <a:schemeClr val="bg1"/>
                  </a:solidFill>
                  <a:ea typeface="Segoe UI" pitchFamily="34" charset="0"/>
                  <a:cs typeface="Segoe UI" pitchFamily="34" charset="0"/>
                </a:rPr>
                <a:t>Model Fine-tuning</a:t>
              </a:r>
            </a:p>
            <a:p>
              <a:pPr defTabSz="932472" fontAlgn="base">
                <a:spcBef>
                  <a:spcPct val="0"/>
                </a:spcBef>
                <a:spcAft>
                  <a:spcPts val="700"/>
                </a:spcAft>
              </a:pPr>
              <a:r>
                <a:rPr lang="en-GB" sz="1100" dirty="0">
                  <a:solidFill>
                    <a:schemeClr val="bg1"/>
                  </a:solidFill>
                  <a:ea typeface="Segoe UI" pitchFamily="34" charset="0"/>
                  <a:cs typeface="Segoe UI" pitchFamily="34" charset="0"/>
                </a:rPr>
                <a:t>Model Validation with AI Assisted Metrics</a:t>
              </a:r>
            </a:p>
            <a:p>
              <a:pPr defTabSz="932472" fontAlgn="base">
                <a:spcBef>
                  <a:spcPct val="0"/>
                </a:spcBef>
                <a:spcAft>
                  <a:spcPts val="700"/>
                </a:spcAft>
              </a:pPr>
              <a:r>
                <a:rPr lang="en-GB" sz="1100" dirty="0">
                  <a:solidFill>
                    <a:schemeClr val="bg1"/>
                  </a:solidFill>
                  <a:cs typeface="Segoe UI" pitchFamily="34" charset="0"/>
                </a:rPr>
                <a:t>Model Deployment</a:t>
              </a:r>
              <a:endParaRPr lang="en-GB" sz="1100" dirty="0">
                <a:solidFill>
                  <a:schemeClr val="accent5"/>
                </a:solidFill>
                <a:cs typeface="Segoe Sans Text ExtraBold" pitchFamily="2" charset="0"/>
              </a:endParaRPr>
            </a:p>
          </p:txBody>
        </p:sp>
      </p:grpSp>
      <p:grpSp>
        <p:nvGrpSpPr>
          <p:cNvPr id="28" name="Group 27">
            <a:extLst>
              <a:ext uri="{FF2B5EF4-FFF2-40B4-BE49-F238E27FC236}">
                <a16:creationId xmlns:a16="http://schemas.microsoft.com/office/drawing/2014/main" id="{B47B6922-D0E8-92AB-8B8F-AF6F73E55E8D}"/>
              </a:ext>
            </a:extLst>
          </p:cNvPr>
          <p:cNvGrpSpPr/>
          <p:nvPr/>
        </p:nvGrpSpPr>
        <p:grpSpPr>
          <a:xfrm>
            <a:off x="799559" y="5509684"/>
            <a:ext cx="10512442" cy="575109"/>
            <a:chOff x="799559" y="5509684"/>
            <a:chExt cx="10512442" cy="575109"/>
          </a:xfrm>
        </p:grpSpPr>
        <p:sp>
          <p:nvSpPr>
            <p:cNvPr id="61" name="Rectangle: Rounded Corners 60">
              <a:extLst>
                <a:ext uri="{FF2B5EF4-FFF2-40B4-BE49-F238E27FC236}">
                  <a16:creationId xmlns:a16="http://schemas.microsoft.com/office/drawing/2014/main" id="{65BFCCB4-1A61-5A10-3FB5-D167D09AC71D}"/>
                </a:ext>
              </a:extLst>
            </p:cNvPr>
            <p:cNvSpPr>
              <a:spLocks/>
            </p:cNvSpPr>
            <p:nvPr/>
          </p:nvSpPr>
          <p:spPr bwMode="auto">
            <a:xfrm>
              <a:off x="799559" y="5509684"/>
              <a:ext cx="10512442" cy="575109"/>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62" name="Group 61">
              <a:extLst>
                <a:ext uri="{FF2B5EF4-FFF2-40B4-BE49-F238E27FC236}">
                  <a16:creationId xmlns:a16="http://schemas.microsoft.com/office/drawing/2014/main" id="{1B09A603-44C8-F8D7-2536-F60E1C4D36CD}"/>
                </a:ext>
              </a:extLst>
            </p:cNvPr>
            <p:cNvGrpSpPr/>
            <p:nvPr/>
          </p:nvGrpSpPr>
          <p:grpSpPr>
            <a:xfrm>
              <a:off x="956734" y="5594713"/>
              <a:ext cx="10201566" cy="404578"/>
              <a:chOff x="6220676" y="4800307"/>
              <a:chExt cx="5140744" cy="404578"/>
            </a:xfrm>
          </p:grpSpPr>
          <p:sp>
            <p:nvSpPr>
              <p:cNvPr id="193" name="Rectangle: Rounded Corners 192">
                <a:extLst>
                  <a:ext uri="{FF2B5EF4-FFF2-40B4-BE49-F238E27FC236}">
                    <a16:creationId xmlns:a16="http://schemas.microsoft.com/office/drawing/2014/main" id="{D6816177-F335-6434-BF34-6AC32A6E366C}"/>
                  </a:ext>
                </a:extLst>
              </p:cNvPr>
              <p:cNvSpPr>
                <a:spLocks/>
              </p:cNvSpPr>
              <p:nvPr/>
            </p:nvSpPr>
            <p:spPr bwMode="auto">
              <a:xfrm>
                <a:off x="6220676" y="4800307"/>
                <a:ext cx="5140744" cy="404578"/>
              </a:xfrm>
              <a:prstGeom prst="roundRect">
                <a:avLst>
                  <a:gd name="adj" fmla="val 5552"/>
                </a:avLst>
              </a:prstGeom>
              <a:solidFill>
                <a:srgbClr val="FFFFFF"/>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194" name="Group 193">
                <a:extLst>
                  <a:ext uri="{FF2B5EF4-FFF2-40B4-BE49-F238E27FC236}">
                    <a16:creationId xmlns:a16="http://schemas.microsoft.com/office/drawing/2014/main" id="{2AF01566-6408-FB2A-3E5C-A47C431F16FD}"/>
                  </a:ext>
                </a:extLst>
              </p:cNvPr>
              <p:cNvGrpSpPr/>
              <p:nvPr/>
            </p:nvGrpSpPr>
            <p:grpSpPr>
              <a:xfrm>
                <a:off x="6242486" y="4833269"/>
                <a:ext cx="238447" cy="338654"/>
                <a:chOff x="1261672" y="4833938"/>
                <a:chExt cx="671922" cy="954296"/>
              </a:xfrm>
            </p:grpSpPr>
            <p:sp>
              <p:nvSpPr>
                <p:cNvPr id="197" name="Rectangle: Rounded Corners 196">
                  <a:extLst>
                    <a:ext uri="{FF2B5EF4-FFF2-40B4-BE49-F238E27FC236}">
                      <a16:creationId xmlns:a16="http://schemas.microsoft.com/office/drawing/2014/main" id="{EE545A29-997F-06D0-63B4-90546048C6EC}"/>
                    </a:ext>
                  </a:extLst>
                </p:cNvPr>
                <p:cNvSpPr/>
                <p:nvPr userDrawn="1"/>
              </p:nvSpPr>
              <p:spPr bwMode="auto">
                <a:xfrm>
                  <a:off x="1261675" y="4833938"/>
                  <a:ext cx="671919"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198" name="Rectangle: Rounded Corners 197">
                  <a:extLst>
                    <a:ext uri="{FF2B5EF4-FFF2-40B4-BE49-F238E27FC236}">
                      <a16:creationId xmlns:a16="http://schemas.microsoft.com/office/drawing/2014/main" id="{AF85405D-ADF8-C99B-6271-369EAACAC41E}"/>
                    </a:ext>
                  </a:extLst>
                </p:cNvPr>
                <p:cNvSpPr/>
                <p:nvPr userDrawn="1"/>
              </p:nvSpPr>
              <p:spPr bwMode="auto">
                <a:xfrm>
                  <a:off x="1261672" y="4833938"/>
                  <a:ext cx="56371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195" name="Rectangle: Rounded Corners 194">
                <a:extLst>
                  <a:ext uri="{FF2B5EF4-FFF2-40B4-BE49-F238E27FC236}">
                    <a16:creationId xmlns:a16="http://schemas.microsoft.com/office/drawing/2014/main" id="{C7176207-6407-B102-0924-D67B4BF31980}"/>
                  </a:ext>
                </a:extLst>
              </p:cNvPr>
              <p:cNvSpPr>
                <a:spLocks/>
              </p:cNvSpPr>
              <p:nvPr/>
            </p:nvSpPr>
            <p:spPr bwMode="auto">
              <a:xfrm>
                <a:off x="8303016" y="4861255"/>
                <a:ext cx="785886"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ct val="0"/>
                  </a:spcAft>
                </a:pPr>
                <a:r>
                  <a:rPr lang="en-GB" sz="1600" b="1" dirty="0">
                    <a:solidFill>
                      <a:srgbClr val="0078D4"/>
                    </a:solidFill>
                    <a:cs typeface="Segoe Sans Text ExtraBold" pitchFamily="2" charset="0"/>
                  </a:rPr>
                  <a:t>Agentic DevOps</a:t>
                </a:r>
              </a:p>
            </p:txBody>
          </p:sp>
          <p:pic>
            <p:nvPicPr>
              <p:cNvPr id="196" name="Graphic 195">
                <a:extLst>
                  <a:ext uri="{FF2B5EF4-FFF2-40B4-BE49-F238E27FC236}">
                    <a16:creationId xmlns:a16="http://schemas.microsoft.com/office/drawing/2014/main" id="{74D3EC7B-F7AB-64B9-0FBF-60B93A9BF0A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01997" y="4893481"/>
                <a:ext cx="132036" cy="223520"/>
              </a:xfrm>
              <a:prstGeom prst="rect">
                <a:avLst/>
              </a:prstGeom>
            </p:spPr>
          </p:pic>
        </p:grpSp>
      </p:grpSp>
    </p:spTree>
    <p:extLst>
      <p:ext uri="{BB962C8B-B14F-4D97-AF65-F5344CB8AC3E}">
        <p14:creationId xmlns:p14="http://schemas.microsoft.com/office/powerpoint/2010/main" val="117781282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037F9-9932-134D-ED37-F2E573A7E792}"/>
            </a:ext>
          </a:extLst>
        </p:cNvPr>
        <p:cNvGrpSpPr/>
        <p:nvPr/>
      </p:nvGrpSpPr>
      <p:grpSpPr>
        <a:xfrm>
          <a:off x="0" y="0"/>
          <a:ext cx="0" cy="0"/>
          <a:chOff x="0" y="0"/>
          <a:chExt cx="0" cy="0"/>
        </a:xfrm>
      </p:grpSpPr>
      <p:sp>
        <p:nvSpPr>
          <p:cNvPr id="28" name="PREPARE FOR APP DEPLOYMENT">
            <a:extLst>
              <a:ext uri="{FF2B5EF4-FFF2-40B4-BE49-F238E27FC236}">
                <a16:creationId xmlns:a16="http://schemas.microsoft.com/office/drawing/2014/main" id="{FABF1EC8-D1CA-1E11-0E45-AA57779F1CB8}"/>
              </a:ext>
              <a:ext uri="{C183D7F6-B498-43B3-948B-1728B52AA6E4}">
                <adec:decorative xmlns:adec="http://schemas.microsoft.com/office/drawing/2017/decorative" val="1"/>
              </a:ext>
            </a:extLst>
          </p:cNvPr>
          <p:cNvSpPr txBox="1"/>
          <p:nvPr/>
        </p:nvSpPr>
        <p:spPr>
          <a:xfrm rot="21253932">
            <a:off x="5868077" y="1262647"/>
            <a:ext cx="3878850" cy="2699173"/>
          </a:xfrm>
          <a:prstGeom prst="ellipse">
            <a:avLst/>
          </a:prstGeom>
          <a:noFill/>
          <a:effectLst/>
        </p:spPr>
        <p:txBody>
          <a:bodyPr wrap="none" rtlCol="0">
            <a:prstTxWarp prst="textArchUp">
              <a:avLst>
                <a:gd name="adj" fmla="val 12686236"/>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solidFill>
                <a:effectLst/>
                <a:uLnTx/>
                <a:uFillTx/>
                <a:ea typeface="+mn-ea"/>
                <a:cs typeface="Segoe Sans Text" pitchFamily="2" charset="0"/>
              </a:rPr>
              <a:t>ADVANCE PROJECT</a:t>
            </a:r>
            <a:endParaRPr kumimoji="0" lang="en-US" sz="1000" b="1" i="0" u="sng" strike="noStrike" kern="1200" cap="none" spc="32" normalizeH="0" baseline="0" noProof="0">
              <a:ln w="3175">
                <a:noFill/>
              </a:ln>
              <a:solidFill>
                <a:schemeClr val="bg1"/>
              </a:solidFill>
              <a:effectLst/>
              <a:uLnTx/>
              <a:uFillTx/>
              <a:ea typeface="+mn-ea"/>
              <a:cs typeface="Segoe Sans Text" pitchFamily="2" charset="0"/>
            </a:endParaRPr>
          </a:p>
        </p:txBody>
      </p:sp>
      <p:sp>
        <p:nvSpPr>
          <p:cNvPr id="17" name="ADVANCE PROJECT">
            <a:extLst>
              <a:ext uri="{FF2B5EF4-FFF2-40B4-BE49-F238E27FC236}">
                <a16:creationId xmlns:a16="http://schemas.microsoft.com/office/drawing/2014/main" id="{B8E48B45-9F5B-EBE5-47DD-8B98761753B0}"/>
              </a:ext>
              <a:ext uri="{C183D7F6-B498-43B3-948B-1728B52AA6E4}">
                <adec:decorative xmlns:adec="http://schemas.microsoft.com/office/drawing/2017/decorative" val="1"/>
              </a:ext>
            </a:extLst>
          </p:cNvPr>
          <p:cNvSpPr txBox="1"/>
          <p:nvPr/>
        </p:nvSpPr>
        <p:spPr>
          <a:xfrm>
            <a:off x="3121831" y="1640554"/>
            <a:ext cx="2444525" cy="1207961"/>
          </a:xfrm>
          <a:prstGeom prst="ellipse">
            <a:avLst/>
          </a:prstGeom>
          <a:noFill/>
        </p:spPr>
        <p:txBody>
          <a:bodyPr wrap="none" rtlCol="0">
            <a:prstTxWarp prst="textArchUp">
              <a:avLst>
                <a:gd name="adj" fmla="val 12451684"/>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solidFill>
                <a:effectLst/>
                <a:uLnTx/>
                <a:uFillTx/>
                <a:ea typeface="+mn-ea"/>
                <a:cs typeface="Segoe Sans Text" pitchFamily="2" charset="0"/>
              </a:rPr>
              <a:t>ADVANCE PROJECT </a:t>
            </a:r>
          </a:p>
        </p:txBody>
      </p:sp>
      <p:sp>
        <p:nvSpPr>
          <p:cNvPr id="24" name="REVERT PROJECT">
            <a:extLst>
              <a:ext uri="{FF2B5EF4-FFF2-40B4-BE49-F238E27FC236}">
                <a16:creationId xmlns:a16="http://schemas.microsoft.com/office/drawing/2014/main" id="{AAA3B002-AC7E-F79D-E13D-27A882874770}"/>
              </a:ext>
              <a:ext uri="{C183D7F6-B498-43B3-948B-1728B52AA6E4}">
                <adec:decorative xmlns:adec="http://schemas.microsoft.com/office/drawing/2017/decorative" val="1"/>
              </a:ext>
            </a:extLst>
          </p:cNvPr>
          <p:cNvSpPr txBox="1"/>
          <p:nvPr/>
        </p:nvSpPr>
        <p:spPr>
          <a:xfrm>
            <a:off x="3505086" y="4416510"/>
            <a:ext cx="1550538" cy="726100"/>
          </a:xfrm>
          <a:prstGeom prst="rect">
            <a:avLst/>
          </a:prstGeom>
          <a:noFill/>
        </p:spPr>
        <p:txBody>
          <a:bodyPr wrap="none" rtlCol="0">
            <a:prstTxWarp prst="textArchDown">
              <a:avLst>
                <a:gd name="adj" fmla="val 1375053"/>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solidFill>
                <a:effectLst/>
                <a:uLnTx/>
                <a:uFillTx/>
                <a:ea typeface="+mn-ea"/>
                <a:cs typeface="Segoe Sans Text" pitchFamily="2" charset="0"/>
              </a:rPr>
              <a:t>REVERT PROJECT</a:t>
            </a:r>
          </a:p>
        </p:txBody>
      </p:sp>
      <p:sp>
        <p:nvSpPr>
          <p:cNvPr id="29" name="SEND FEEDBACK">
            <a:extLst>
              <a:ext uri="{FF2B5EF4-FFF2-40B4-BE49-F238E27FC236}">
                <a16:creationId xmlns:a16="http://schemas.microsoft.com/office/drawing/2014/main" id="{09E8FDAF-9D2D-B169-946B-DEFA8EBA957F}"/>
              </a:ext>
              <a:ext uri="{C183D7F6-B498-43B3-948B-1728B52AA6E4}">
                <adec:decorative xmlns:adec="http://schemas.microsoft.com/office/drawing/2017/decorative" val="1"/>
              </a:ext>
            </a:extLst>
          </p:cNvPr>
          <p:cNvSpPr txBox="1"/>
          <p:nvPr/>
        </p:nvSpPr>
        <p:spPr>
          <a:xfrm>
            <a:off x="7217230" y="4645518"/>
            <a:ext cx="1692304" cy="770249"/>
          </a:xfrm>
          <a:prstGeom prst="rect">
            <a:avLst/>
          </a:prstGeom>
          <a:noFill/>
        </p:spPr>
        <p:txBody>
          <a:bodyPr wrap="none" rtlCol="0">
            <a:prstTxWarp prst="textArchDown">
              <a:avLst>
                <a:gd name="adj" fmla="val 1663301"/>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solidFill>
                <a:effectLst/>
                <a:uLnTx/>
                <a:uFillTx/>
                <a:ea typeface="+mn-ea"/>
                <a:cs typeface="Segoe Sans Text" pitchFamily="2" charset="0"/>
              </a:rPr>
              <a:t>REVERT PROJECT</a:t>
            </a:r>
          </a:p>
        </p:txBody>
      </p:sp>
      <p:sp>
        <p:nvSpPr>
          <p:cNvPr id="31" name="Inner &gt; Middle">
            <a:extLst>
              <a:ext uri="{FF2B5EF4-FFF2-40B4-BE49-F238E27FC236}">
                <a16:creationId xmlns:a16="http://schemas.microsoft.com/office/drawing/2014/main" id="{B4024FF7-FF81-AB6B-5C5A-95A41383E3D1}"/>
              </a:ext>
              <a:ext uri="{C183D7F6-B498-43B3-948B-1728B52AA6E4}">
                <adec:decorative xmlns:adec="http://schemas.microsoft.com/office/drawing/2017/decorative" val="1"/>
              </a:ext>
            </a:extLst>
          </p:cNvPr>
          <p:cNvSpPr>
            <a:spLocks noChangeAspect="1"/>
          </p:cNvSpPr>
          <p:nvPr/>
        </p:nvSpPr>
        <p:spPr>
          <a:xfrm flipV="1">
            <a:off x="6111799" y="1795961"/>
            <a:ext cx="3549106" cy="3549106"/>
          </a:xfrm>
          <a:prstGeom prst="arc">
            <a:avLst>
              <a:gd name="adj1" fmla="val 3543377"/>
              <a:gd name="adj2" fmla="val 7877199"/>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30" name="Inner &gt; Middle">
            <a:extLst>
              <a:ext uri="{FF2B5EF4-FFF2-40B4-BE49-F238E27FC236}">
                <a16:creationId xmlns:a16="http://schemas.microsoft.com/office/drawing/2014/main" id="{238D6F37-2983-E6FB-F169-A2C64E9EC582}"/>
              </a:ext>
              <a:ext uri="{C183D7F6-B498-43B3-948B-1728B52AA6E4}">
                <adec:decorative xmlns:adec="http://schemas.microsoft.com/office/drawing/2017/decorative" val="1"/>
              </a:ext>
            </a:extLst>
          </p:cNvPr>
          <p:cNvSpPr>
            <a:spLocks noChangeAspect="1"/>
          </p:cNvSpPr>
          <p:nvPr/>
        </p:nvSpPr>
        <p:spPr>
          <a:xfrm flipH="1">
            <a:off x="6129068" y="1672847"/>
            <a:ext cx="3878848" cy="3878848"/>
          </a:xfrm>
          <a:prstGeom prst="arc">
            <a:avLst>
              <a:gd name="adj1" fmla="val 2950208"/>
              <a:gd name="adj2" fmla="val 7486031"/>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18" name="Inner &gt; Middle">
            <a:extLst>
              <a:ext uri="{FF2B5EF4-FFF2-40B4-BE49-F238E27FC236}">
                <a16:creationId xmlns:a16="http://schemas.microsoft.com/office/drawing/2014/main" id="{C9E31465-33CC-168E-A9E4-CB7C62BE85CF}"/>
              </a:ext>
              <a:ext uri="{C183D7F6-B498-43B3-948B-1728B52AA6E4}">
                <adec:decorative xmlns:adec="http://schemas.microsoft.com/office/drawing/2017/decorative" val="1"/>
              </a:ext>
            </a:extLst>
          </p:cNvPr>
          <p:cNvSpPr>
            <a:spLocks noChangeAspect="1"/>
          </p:cNvSpPr>
          <p:nvPr/>
        </p:nvSpPr>
        <p:spPr>
          <a:xfrm flipV="1">
            <a:off x="2565152" y="1965661"/>
            <a:ext cx="3563916" cy="3563915"/>
          </a:xfrm>
          <a:prstGeom prst="arc">
            <a:avLst>
              <a:gd name="adj1" fmla="val 3562138"/>
              <a:gd name="adj2" fmla="val 7877199"/>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15"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B72AF070-918C-7428-A24C-5561795CFCCE}"/>
              </a:ext>
            </a:extLst>
          </p:cNvPr>
          <p:cNvSpPr>
            <a:spLocks noChangeAspect="1"/>
          </p:cNvSpPr>
          <p:nvPr/>
        </p:nvSpPr>
        <p:spPr>
          <a:xfrm flipH="1">
            <a:off x="2496712" y="1737790"/>
            <a:ext cx="3549107" cy="3549106"/>
          </a:xfrm>
          <a:prstGeom prst="arc">
            <a:avLst>
              <a:gd name="adj1" fmla="val 3234220"/>
              <a:gd name="adj2" fmla="val 7877199"/>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47" name="Rectangle: Rounded Corners 46">
            <a:extLst>
              <a:ext uri="{FF2B5EF4-FFF2-40B4-BE49-F238E27FC236}">
                <a16:creationId xmlns:a16="http://schemas.microsoft.com/office/drawing/2014/main" id="{84118AA3-42DD-471E-1443-4FA054236DBA}"/>
              </a:ext>
            </a:extLst>
          </p:cNvPr>
          <p:cNvSpPr>
            <a:spLocks/>
          </p:cNvSpPr>
          <p:nvPr/>
        </p:nvSpPr>
        <p:spPr bwMode="auto">
          <a:xfrm rot="10800000">
            <a:off x="383428" y="1223819"/>
            <a:ext cx="11392545" cy="5241175"/>
          </a:xfrm>
          <a:prstGeom prst="roundRect">
            <a:avLst>
              <a:gd name="adj" fmla="val 2665"/>
            </a:avLst>
          </a:prstGeom>
          <a:no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 name="Title 1">
            <a:extLst>
              <a:ext uri="{FF2B5EF4-FFF2-40B4-BE49-F238E27FC236}">
                <a16:creationId xmlns:a16="http://schemas.microsoft.com/office/drawing/2014/main" id="{6DBB9807-7D38-AD24-F11E-16177084C66A}"/>
              </a:ext>
            </a:extLst>
          </p:cNvPr>
          <p:cNvSpPr>
            <a:spLocks noGrp="1"/>
          </p:cNvSpPr>
          <p:nvPr>
            <p:ph type="title"/>
          </p:nvPr>
        </p:nvSpPr>
        <p:spPr/>
        <p:txBody>
          <a:bodyPr/>
          <a:lstStyle/>
          <a:p>
            <a:r>
              <a:rPr lang="en-US" err="1">
                <a:solidFill>
                  <a:schemeClr val="bg1"/>
                </a:solidFill>
              </a:rPr>
              <a:t>GenAI</a:t>
            </a:r>
            <a:r>
              <a:rPr lang="en-US">
                <a:solidFill>
                  <a:schemeClr val="bg1"/>
                </a:solidFill>
              </a:rPr>
              <a:t> Lifecycle in the real world: Start small and iterate</a:t>
            </a:r>
            <a:endParaRPr lang="en-GB">
              <a:solidFill>
                <a:schemeClr val="bg1"/>
              </a:solidFill>
            </a:endParaRPr>
          </a:p>
        </p:txBody>
      </p:sp>
      <p:sp>
        <p:nvSpPr>
          <p:cNvPr id="3" name="TextBox 2">
            <a:extLst>
              <a:ext uri="{FF2B5EF4-FFF2-40B4-BE49-F238E27FC236}">
                <a16:creationId xmlns:a16="http://schemas.microsoft.com/office/drawing/2014/main" id="{47F478A6-8CD6-3467-718C-DD72037AFC2C}"/>
              </a:ext>
            </a:extLst>
          </p:cNvPr>
          <p:cNvSpPr txBox="1"/>
          <p:nvPr/>
        </p:nvSpPr>
        <p:spPr>
          <a:xfrm>
            <a:off x="629050" y="3528672"/>
            <a:ext cx="296556" cy="16158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050" b="1">
                <a:ln w="3175">
                  <a:noFill/>
                </a:ln>
                <a:solidFill>
                  <a:schemeClr val="bg1"/>
                </a:solidFill>
              </a:rPr>
              <a:t>Data</a:t>
            </a:r>
          </a:p>
        </p:txBody>
      </p:sp>
      <p:cxnSp>
        <p:nvCxnSpPr>
          <p:cNvPr id="4" name="Straight Connector 3" descr="Leads to">
            <a:extLst>
              <a:ext uri="{FF2B5EF4-FFF2-40B4-BE49-F238E27FC236}">
                <a16:creationId xmlns:a16="http://schemas.microsoft.com/office/drawing/2014/main" id="{6C0DBC01-C5CB-C5B1-3BDA-50D20905BEEC}"/>
              </a:ext>
              <a:ext uri="{C183D7F6-B498-43B3-948B-1728B52AA6E4}">
                <adec:decorative xmlns:adec="http://schemas.microsoft.com/office/drawing/2017/decorative" val="0"/>
              </a:ext>
            </a:extLst>
          </p:cNvPr>
          <p:cNvCxnSpPr>
            <a:cxnSpLocks/>
          </p:cNvCxnSpPr>
          <p:nvPr/>
        </p:nvCxnSpPr>
        <p:spPr>
          <a:xfrm flipH="1">
            <a:off x="1015955" y="3627057"/>
            <a:ext cx="374011" cy="0"/>
          </a:xfrm>
          <a:prstGeom prst="line">
            <a:avLst/>
          </a:prstGeom>
          <a:ln w="9525">
            <a:solidFill>
              <a:schemeClr val="bg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88FE859-C07B-C31F-496C-1333ECF9D826}"/>
              </a:ext>
              <a:ext uri="{C183D7F6-B498-43B3-948B-1728B52AA6E4}">
                <adec:decorative xmlns:adec="http://schemas.microsoft.com/office/drawing/2017/decorative" val="1"/>
              </a:ext>
            </a:extLst>
          </p:cNvPr>
          <p:cNvSpPr txBox="1"/>
          <p:nvPr/>
        </p:nvSpPr>
        <p:spPr>
          <a:xfrm>
            <a:off x="1485799" y="5677592"/>
            <a:ext cx="2709957" cy="582211"/>
          </a:xfrm>
          <a:prstGeom prst="rect">
            <a:avLst/>
          </a:prstGeom>
          <a:noFill/>
          <a:effectLst/>
        </p:spPr>
        <p:txBody>
          <a:bodyPr wrap="square" lIns="0" tIns="0" rIns="0" bIns="0" rtlCol="0" anchor="t" anchorCtr="0">
            <a:spAutoFit/>
          </a:bodyPr>
          <a:lstStyle>
            <a:defPPr>
              <a:defRPr lang="en-US"/>
            </a:defPPr>
            <a:lvl1pPr marR="0" lvl="0" indent="0" defTabSz="1371600" fontAlgn="auto">
              <a:lnSpc>
                <a:spcPct val="100000"/>
              </a:lnSpc>
              <a:spcBef>
                <a:spcPts val="0"/>
              </a:spcBef>
              <a:spcAft>
                <a:spcPts val="0"/>
              </a:spcAft>
              <a:buClrTx/>
              <a:buSzTx/>
              <a:buFontTx/>
              <a:buNone/>
              <a:tabLst>
                <a:tab pos="1371600" algn="l"/>
              </a:tabLst>
              <a:defRPr kumimoji="0" sz="2400" b="0" i="0" u="none" strike="noStrike" cap="none" spc="0" normalizeH="0" baseline="0">
                <a:ln w="3175">
                  <a:noFill/>
                </a:ln>
                <a:gradFill>
                  <a:gsLst>
                    <a:gs pos="0">
                      <a:srgbClr val="0078D4"/>
                    </a:gs>
                    <a:gs pos="80000">
                      <a:srgbClr val="399A91"/>
                    </a:gs>
                  </a:gsLst>
                  <a:path path="circle">
                    <a:fillToRect l="100000" t="100000"/>
                  </a:path>
                </a:gradFill>
                <a:effectLst/>
                <a:uLnTx/>
                <a:uFillTx/>
                <a:latin typeface="+mj-lt"/>
                <a:cs typeface="Segoe UI" panose="020B0502040204020203" pitchFamily="34" charset="0"/>
              </a:defRPr>
            </a:lvl1pPr>
          </a:lstStyle>
          <a:p>
            <a:pPr marL="0" marR="0" lvl="0" indent="0" algn="ctr" defTabSz="914437" rtl="0" eaLnBrk="1" fontAlgn="base" latinLnBrk="0" hangingPunct="1">
              <a:lnSpc>
                <a:spcPct val="100000"/>
              </a:lnSpc>
              <a:spcBef>
                <a:spcPct val="0"/>
              </a:spcBef>
              <a:spcAft>
                <a:spcPts val="400"/>
              </a:spcAft>
              <a:buClrTx/>
              <a:buSzTx/>
              <a:buFontTx/>
              <a:buNone/>
              <a:tabLst>
                <a:tab pos="1371655" algn="l"/>
              </a:tabLst>
              <a:defRPr/>
            </a:pPr>
            <a:r>
              <a:rPr lang="en-GB">
                <a:ln>
                  <a:noFill/>
                </a:ln>
                <a:gradFill>
                  <a:gsLst>
                    <a:gs pos="0">
                      <a:srgbClr val="BDF2BD"/>
                    </a:gs>
                    <a:gs pos="100000">
                      <a:srgbClr val="C3E9FC"/>
                    </a:gs>
                  </a:gsLst>
                  <a:lin ang="5400000" scaled="1"/>
                </a:gradFill>
                <a:latin typeface="Segoe Sans Text Semibold"/>
                <a:cs typeface="Segoe Sans Text" pitchFamily="2" charset="0"/>
              </a:rPr>
              <a:t>Prototyping</a:t>
            </a:r>
          </a:p>
          <a:p>
            <a:pPr algn="ctr" defTabSz="914400">
              <a:defRPr/>
            </a:pPr>
            <a:r>
              <a:rPr lang="en-GB" sz="1050" b="1">
                <a:solidFill>
                  <a:schemeClr val="bg1"/>
                </a:solidFill>
                <a:latin typeface="+mn-lt"/>
                <a:cs typeface="Segoe Sans Text" pitchFamily="2" charset="0"/>
              </a:rPr>
              <a:t>Ideating &amp; Explore</a:t>
            </a:r>
          </a:p>
        </p:txBody>
      </p:sp>
      <p:grpSp>
        <p:nvGrpSpPr>
          <p:cNvPr id="62" name="Group 61">
            <a:extLst>
              <a:ext uri="{FF2B5EF4-FFF2-40B4-BE49-F238E27FC236}">
                <a16:creationId xmlns:a16="http://schemas.microsoft.com/office/drawing/2014/main" id="{57402789-C654-4030-7CDD-E69205816098}"/>
              </a:ext>
            </a:extLst>
          </p:cNvPr>
          <p:cNvGrpSpPr/>
          <p:nvPr/>
        </p:nvGrpSpPr>
        <p:grpSpPr>
          <a:xfrm>
            <a:off x="1493058" y="2275150"/>
            <a:ext cx="2688577" cy="2688578"/>
            <a:chOff x="1493058" y="2275150"/>
            <a:chExt cx="2688577" cy="2688578"/>
          </a:xfrm>
        </p:grpSpPr>
        <p:sp>
          <p:nvSpPr>
            <p:cNvPr id="6" name="Circle: Hollow 5">
              <a:extLst>
                <a:ext uri="{FF2B5EF4-FFF2-40B4-BE49-F238E27FC236}">
                  <a16:creationId xmlns:a16="http://schemas.microsoft.com/office/drawing/2014/main" id="{DEC0154B-7511-F7E2-2375-E734EB38CC33}"/>
                </a:ext>
                <a:ext uri="{C183D7F6-B498-43B3-948B-1728B52AA6E4}">
                  <adec:decorative xmlns:adec="http://schemas.microsoft.com/office/drawing/2017/decorative" val="1"/>
                </a:ext>
              </a:extLst>
            </p:cNvPr>
            <p:cNvSpPr>
              <a:spLocks noChangeAspect="1"/>
            </p:cNvSpPr>
            <p:nvPr/>
          </p:nvSpPr>
          <p:spPr bwMode="auto">
            <a:xfrm>
              <a:off x="1493058" y="2275150"/>
              <a:ext cx="2688577" cy="2688578"/>
            </a:xfrm>
            <a:prstGeom prst="donut">
              <a:avLst>
                <a:gd name="adj" fmla="val 12613"/>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solidFill>
                <a:effectLst/>
                <a:uLnTx/>
                <a:uFillTx/>
                <a:ea typeface="+mn-ea"/>
                <a:cs typeface="+mn-cs"/>
              </a:endParaRPr>
            </a:p>
          </p:txBody>
        </p:sp>
        <p:sp>
          <p:nvSpPr>
            <p:cNvPr id="7" name="TextBox 6">
              <a:extLst>
                <a:ext uri="{FF2B5EF4-FFF2-40B4-BE49-F238E27FC236}">
                  <a16:creationId xmlns:a16="http://schemas.microsoft.com/office/drawing/2014/main" id="{00859031-26D9-F699-BEC6-01F8C017289A}"/>
                </a:ext>
                <a:ext uri="{C183D7F6-B498-43B3-948B-1728B52AA6E4}">
                  <adec:decorative xmlns:adec="http://schemas.microsoft.com/office/drawing/2017/decorative" val="1"/>
                </a:ext>
              </a:extLst>
            </p:cNvPr>
            <p:cNvSpPr txBox="1">
              <a:spLocks noChangeAspect="1"/>
            </p:cNvSpPr>
            <p:nvPr/>
          </p:nvSpPr>
          <p:spPr>
            <a:xfrm rot="1643445">
              <a:off x="1632640" y="2464411"/>
              <a:ext cx="2439784" cy="2439784"/>
            </a:xfrm>
            <a:prstGeom prst="rect">
              <a:avLst/>
            </a:prstGeom>
            <a:noFill/>
          </p:spPr>
          <p:txBody>
            <a:bodyPr wrap="square" lIns="0" tIns="0" rIns="0" bIns="0" rtlCol="0">
              <a:prstTxWarp prst="textArchUp">
                <a:avLst>
                  <a:gd name="adj" fmla="val 12613819"/>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mj-lt"/>
                  <a:ea typeface="+mn-ea"/>
                  <a:cs typeface="+mn-cs"/>
                </a:rPr>
                <a:t>Establish feasibility </a:t>
              </a:r>
            </a:p>
          </p:txBody>
        </p:sp>
        <p:sp>
          <p:nvSpPr>
            <p:cNvPr id="9" name="TextBox 8">
              <a:extLst>
                <a:ext uri="{FF2B5EF4-FFF2-40B4-BE49-F238E27FC236}">
                  <a16:creationId xmlns:a16="http://schemas.microsoft.com/office/drawing/2014/main" id="{D38CE2A7-50C4-574F-289C-D7E848139983}"/>
                </a:ext>
                <a:ext uri="{C183D7F6-B498-43B3-948B-1728B52AA6E4}">
                  <adec:decorative xmlns:adec="http://schemas.microsoft.com/office/drawing/2017/decorative" val="1"/>
                </a:ext>
              </a:extLst>
            </p:cNvPr>
            <p:cNvSpPr txBox="1">
              <a:spLocks noChangeAspect="1"/>
            </p:cNvSpPr>
            <p:nvPr/>
          </p:nvSpPr>
          <p:spPr>
            <a:xfrm rot="11682144">
              <a:off x="1662441" y="2406264"/>
              <a:ext cx="2289378" cy="2384153"/>
            </a:xfrm>
            <a:prstGeom prst="rect">
              <a:avLst/>
            </a:prstGeom>
            <a:noFill/>
          </p:spPr>
          <p:txBody>
            <a:bodyPr wrap="square" lIns="0" tIns="0" rIns="0" bIns="0" rtlCol="0">
              <a:prstTxWarp prst="textArchUp">
                <a:avLst>
                  <a:gd name="adj" fmla="val 13727663"/>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mj-lt"/>
                  <a:ea typeface="+mn-ea"/>
                  <a:cs typeface="+mn-cs"/>
                </a:rPr>
                <a:t>Test   Prompts</a:t>
              </a:r>
            </a:p>
          </p:txBody>
        </p:sp>
        <p:sp>
          <p:nvSpPr>
            <p:cNvPr id="8" name="TextBox 7">
              <a:extLst>
                <a:ext uri="{FF2B5EF4-FFF2-40B4-BE49-F238E27FC236}">
                  <a16:creationId xmlns:a16="http://schemas.microsoft.com/office/drawing/2014/main" id="{0FFEDD08-FA82-17B2-E624-41B0B93872DC}"/>
                </a:ext>
                <a:ext uri="{C183D7F6-B498-43B3-948B-1728B52AA6E4}">
                  <adec:decorative xmlns:adec="http://schemas.microsoft.com/office/drawing/2017/decorative" val="1"/>
                </a:ext>
              </a:extLst>
            </p:cNvPr>
            <p:cNvSpPr txBox="1">
              <a:spLocks noChangeAspect="1"/>
            </p:cNvSpPr>
            <p:nvPr/>
          </p:nvSpPr>
          <p:spPr>
            <a:xfrm rot="16200000">
              <a:off x="1676692" y="2461064"/>
              <a:ext cx="2293484" cy="2293484"/>
            </a:xfrm>
            <a:prstGeom prst="rect">
              <a:avLst/>
            </a:prstGeom>
            <a:noFill/>
          </p:spPr>
          <p:txBody>
            <a:bodyPr wrap="square" lIns="0" tIns="0" rIns="0" bIns="0" rtlCol="0">
              <a:prstTxWarp prst="textArchUp">
                <a:avLst>
                  <a:gd name="adj" fmla="val 14201488"/>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mj-lt"/>
                  <a:ea typeface="+mn-ea"/>
                  <a:cs typeface="+mn-cs"/>
                </a:rPr>
                <a:t>Choose LLM or SLM</a:t>
              </a:r>
            </a:p>
          </p:txBody>
        </p:sp>
        <p:sp>
          <p:nvSpPr>
            <p:cNvPr id="10" name="TextBox 9">
              <a:extLst>
                <a:ext uri="{FF2B5EF4-FFF2-40B4-BE49-F238E27FC236}">
                  <a16:creationId xmlns:a16="http://schemas.microsoft.com/office/drawing/2014/main" id="{2D8222F6-AC2D-C161-9FB8-E1F36AD76F32}"/>
                </a:ext>
                <a:ext uri="{C183D7F6-B498-43B3-948B-1728B52AA6E4}">
                  <adec:decorative xmlns:adec="http://schemas.microsoft.com/office/drawing/2017/decorative" val="1"/>
                </a:ext>
              </a:extLst>
            </p:cNvPr>
            <p:cNvSpPr txBox="1">
              <a:spLocks noChangeAspect="1"/>
            </p:cNvSpPr>
            <p:nvPr/>
          </p:nvSpPr>
          <p:spPr>
            <a:xfrm rot="5400000">
              <a:off x="1687616" y="2515859"/>
              <a:ext cx="2293484" cy="2293484"/>
            </a:xfrm>
            <a:prstGeom prst="rect">
              <a:avLst/>
            </a:prstGeom>
            <a:noFill/>
          </p:spPr>
          <p:txBody>
            <a:bodyPr wrap="square" lIns="0" tIns="0" rIns="0" bIns="0" rtlCol="0">
              <a:prstTxWarp prst="textArchUp">
                <a:avLst>
                  <a:gd name="adj" fmla="val 12970969"/>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rgbClr val="FFFFFF"/>
                  </a:solidFill>
                  <a:latin typeface="+mj-lt"/>
                </a:rPr>
                <a:t>                 Define Use Case </a:t>
              </a:r>
              <a:endParaRPr kumimoji="0" lang="en-GB" sz="1100" b="0" i="0" u="none" strike="noStrike" kern="1200" cap="none" spc="0" normalizeH="0" baseline="0" noProof="0">
                <a:ln>
                  <a:noFill/>
                </a:ln>
                <a:solidFill>
                  <a:srgbClr val="FFFFFF"/>
                </a:solidFill>
                <a:effectLst/>
                <a:uLnTx/>
                <a:uFillTx/>
                <a:latin typeface="+mj-lt"/>
              </a:endParaRPr>
            </a:p>
          </p:txBody>
        </p:sp>
        <p:sp>
          <p:nvSpPr>
            <p:cNvPr id="11" name="Inner &gt; Middle">
              <a:extLst>
                <a:ext uri="{FF2B5EF4-FFF2-40B4-BE49-F238E27FC236}">
                  <a16:creationId xmlns:a16="http://schemas.microsoft.com/office/drawing/2014/main" id="{3CC55ADE-38FD-89E5-0758-F2D8584A7160}"/>
                </a:ext>
                <a:ext uri="{C183D7F6-B498-43B3-948B-1728B52AA6E4}">
                  <adec:decorative xmlns:adec="http://schemas.microsoft.com/office/drawing/2017/decorative" val="1"/>
                </a:ext>
              </a:extLst>
            </p:cNvPr>
            <p:cNvSpPr>
              <a:spLocks noChangeAspect="1"/>
            </p:cNvSpPr>
            <p:nvPr/>
          </p:nvSpPr>
          <p:spPr>
            <a:xfrm flipV="1">
              <a:off x="1937941" y="2707290"/>
              <a:ext cx="1798812" cy="1798811"/>
            </a:xfrm>
            <a:prstGeom prst="arc">
              <a:avLst>
                <a:gd name="adj1" fmla="val 8319039"/>
                <a:gd name="adj2" fmla="val 7957849"/>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740495" rtl="0" eaLnBrk="1" fontAlgn="auto" latinLnBrk="0" hangingPunct="1">
                <a:lnSpc>
                  <a:spcPct val="100000"/>
                </a:lnSpc>
                <a:spcBef>
                  <a:spcPts val="0"/>
                </a:spcBef>
                <a:spcAft>
                  <a:spcPts val="0"/>
                </a:spcAft>
                <a:buClrTx/>
                <a:buSzTx/>
                <a:buFontTx/>
                <a:buNone/>
                <a:tabLst/>
                <a:defRPr/>
              </a:pPr>
              <a:endParaRPr kumimoji="0" lang="en-GB" sz="1429" b="0" i="0" u="none" strike="noStrike" kern="1200" cap="none" spc="0" normalizeH="0" baseline="0" noProof="0">
                <a:ln>
                  <a:noFill/>
                </a:ln>
                <a:solidFill>
                  <a:prstClr val="black"/>
                </a:solidFill>
                <a:effectLst/>
                <a:uLnTx/>
                <a:uFillTx/>
                <a:ea typeface="+mn-ea"/>
                <a:cs typeface="+mn-cs"/>
              </a:endParaRPr>
            </a:p>
          </p:txBody>
        </p:sp>
        <p:sp>
          <p:nvSpPr>
            <p:cNvPr id="13" name="Rectangle 12">
              <a:extLst>
                <a:ext uri="{FF2B5EF4-FFF2-40B4-BE49-F238E27FC236}">
                  <a16:creationId xmlns:a16="http://schemas.microsoft.com/office/drawing/2014/main" id="{7393EBF4-623E-E80F-D5A3-6B881FA04A44}"/>
                </a:ext>
                <a:ext uri="{C183D7F6-B498-43B3-948B-1728B52AA6E4}">
                  <adec:decorative xmlns:adec="http://schemas.microsoft.com/office/drawing/2017/decorative" val="1"/>
                </a:ext>
              </a:extLst>
            </p:cNvPr>
            <p:cNvSpPr/>
            <p:nvPr/>
          </p:nvSpPr>
          <p:spPr bwMode="auto">
            <a:xfrm>
              <a:off x="2063784" y="2950245"/>
              <a:ext cx="1528509" cy="133003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a:solidFill>
                    <a:schemeClr val="bg1"/>
                  </a:solidFill>
                  <a:latin typeface="+mj-lt"/>
                </a:rPr>
                <a:t>Prove that it works</a:t>
              </a:r>
            </a:p>
          </p:txBody>
        </p:sp>
      </p:grpSp>
      <p:sp>
        <p:nvSpPr>
          <p:cNvPr id="23" name="TextBox 22">
            <a:extLst>
              <a:ext uri="{FF2B5EF4-FFF2-40B4-BE49-F238E27FC236}">
                <a16:creationId xmlns:a16="http://schemas.microsoft.com/office/drawing/2014/main" id="{EB8050FF-908E-B152-D192-2405C1CB9179}"/>
              </a:ext>
              <a:ext uri="{C183D7F6-B498-43B3-948B-1728B52AA6E4}">
                <adec:decorative xmlns:adec="http://schemas.microsoft.com/office/drawing/2017/decorative" val="1"/>
              </a:ext>
            </a:extLst>
          </p:cNvPr>
          <p:cNvSpPr txBox="1"/>
          <p:nvPr/>
        </p:nvSpPr>
        <p:spPr>
          <a:xfrm>
            <a:off x="4676618" y="5682066"/>
            <a:ext cx="2798819" cy="582211"/>
          </a:xfrm>
          <a:prstGeom prst="rect">
            <a:avLst/>
          </a:prstGeom>
          <a:noFill/>
          <a:effectLst/>
        </p:spPr>
        <p:txBody>
          <a:bodyPr wrap="square" lIns="0" tIns="0" rIns="0" bIns="0" rtlCol="0" anchor="t" anchorCtr="0">
            <a:spAutoFit/>
          </a:bodyPr>
          <a:lstStyle>
            <a:defPPr>
              <a:defRPr lang="en-US"/>
            </a:defPPr>
            <a:lvl1pPr marR="0" lvl="0" indent="0" defTabSz="1371600" fontAlgn="auto">
              <a:lnSpc>
                <a:spcPct val="100000"/>
              </a:lnSpc>
              <a:spcBef>
                <a:spcPts val="0"/>
              </a:spcBef>
              <a:spcAft>
                <a:spcPts val="0"/>
              </a:spcAft>
              <a:buClrTx/>
              <a:buSzTx/>
              <a:buFontTx/>
              <a:buNone/>
              <a:tabLst>
                <a:tab pos="1371600" algn="l"/>
              </a:tabLst>
              <a:defRPr kumimoji="0" sz="2400" b="0" i="0" u="none" strike="noStrike" cap="none" spc="0" normalizeH="0" baseline="0">
                <a:ln w="3175">
                  <a:noFill/>
                </a:ln>
                <a:gradFill>
                  <a:gsLst>
                    <a:gs pos="0">
                      <a:srgbClr val="C03BC4"/>
                    </a:gs>
                    <a:gs pos="80000">
                      <a:srgbClr val="0078D4"/>
                    </a:gs>
                  </a:gsLst>
                  <a:path path="circle">
                    <a:fillToRect l="100000" t="100000"/>
                  </a:path>
                </a:gradFill>
                <a:effectLst/>
                <a:uLnTx/>
                <a:uFillTx/>
                <a:latin typeface="+mj-lt"/>
                <a:cs typeface="Segoe UI" panose="020B0502040204020203" pitchFamily="34" charset="0"/>
              </a:defRPr>
            </a:lvl1pPr>
          </a:lstStyle>
          <a:p>
            <a:pPr marL="0" marR="0" lvl="0" indent="0" algn="ctr" defTabSz="914437" rtl="0" eaLnBrk="1" fontAlgn="base" latinLnBrk="0" hangingPunct="1">
              <a:lnSpc>
                <a:spcPct val="100000"/>
              </a:lnSpc>
              <a:spcBef>
                <a:spcPct val="0"/>
              </a:spcBef>
              <a:spcAft>
                <a:spcPts val="400"/>
              </a:spcAft>
              <a:buClrTx/>
              <a:buSzTx/>
              <a:buFontTx/>
              <a:buNone/>
              <a:tabLst>
                <a:tab pos="1371655" algn="l"/>
              </a:tabLst>
              <a:defRPr/>
            </a:pPr>
            <a:r>
              <a:rPr lang="en-GB">
                <a:ln>
                  <a:noFill/>
                </a:ln>
                <a:gradFill>
                  <a:gsLst>
                    <a:gs pos="0">
                      <a:srgbClr val="BDF2BD"/>
                    </a:gs>
                    <a:gs pos="100000">
                      <a:srgbClr val="C3E9FC"/>
                    </a:gs>
                  </a:gsLst>
                  <a:lin ang="5400000" scaled="1"/>
                </a:gradFill>
                <a:latin typeface="Segoe Sans Text Semibold"/>
                <a:cs typeface="Segoe Sans Text" pitchFamily="2" charset="0"/>
              </a:rPr>
              <a:t>Optimizing</a:t>
            </a:r>
          </a:p>
          <a:p>
            <a:pPr algn="ctr" defTabSz="914400">
              <a:defRPr/>
            </a:pPr>
            <a:r>
              <a:rPr lang="en-GB" sz="1050" b="1">
                <a:solidFill>
                  <a:schemeClr val="bg1"/>
                </a:solidFill>
                <a:latin typeface="+mn-lt"/>
                <a:cs typeface="Segoe Sans Text" pitchFamily="2" charset="0"/>
              </a:rPr>
              <a:t>Design &amp; Customize</a:t>
            </a:r>
          </a:p>
        </p:txBody>
      </p:sp>
      <p:grpSp>
        <p:nvGrpSpPr>
          <p:cNvPr id="63" name="Group 62">
            <a:extLst>
              <a:ext uri="{FF2B5EF4-FFF2-40B4-BE49-F238E27FC236}">
                <a16:creationId xmlns:a16="http://schemas.microsoft.com/office/drawing/2014/main" id="{0FD8AF0A-835D-78F7-1590-7336AD88932B}"/>
              </a:ext>
            </a:extLst>
          </p:cNvPr>
          <p:cNvGrpSpPr/>
          <p:nvPr/>
        </p:nvGrpSpPr>
        <p:grpSpPr>
          <a:xfrm>
            <a:off x="4278933" y="1544233"/>
            <a:ext cx="3378292" cy="3673783"/>
            <a:chOff x="4278933" y="1544233"/>
            <a:chExt cx="3378292" cy="3673783"/>
          </a:xfrm>
        </p:grpSpPr>
        <p:sp useBgFill="1">
          <p:nvSpPr>
            <p:cNvPr id="19" name="Circle: Hollow 18">
              <a:extLst>
                <a:ext uri="{FF2B5EF4-FFF2-40B4-BE49-F238E27FC236}">
                  <a16:creationId xmlns:a16="http://schemas.microsoft.com/office/drawing/2014/main" id="{74A6CD6E-E427-86C7-D1CF-C9B4DF1E9610}"/>
                </a:ext>
                <a:ext uri="{C183D7F6-B498-43B3-948B-1728B52AA6E4}">
                  <adec:decorative xmlns:adec="http://schemas.microsoft.com/office/drawing/2017/decorative" val="1"/>
                </a:ext>
              </a:extLst>
            </p:cNvPr>
            <p:cNvSpPr>
              <a:spLocks noChangeAspect="1"/>
            </p:cNvSpPr>
            <p:nvPr/>
          </p:nvSpPr>
          <p:spPr bwMode="auto">
            <a:xfrm rot="1000141">
              <a:off x="4460071" y="2020862"/>
              <a:ext cx="3197154" cy="3197154"/>
            </a:xfrm>
            <a:prstGeom prst="donut">
              <a:avLst>
                <a:gd name="adj" fmla="val 11285"/>
              </a:avLst>
            </a:prstGeom>
            <a:ln w="63897"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solidFill>
                <a:effectLst/>
                <a:uLnTx/>
                <a:uFillTx/>
                <a:ea typeface="+mn-ea"/>
                <a:cs typeface="+mn-cs"/>
              </a:endParaRPr>
            </a:p>
          </p:txBody>
        </p:sp>
        <p:sp>
          <p:nvSpPr>
            <p:cNvPr id="20" name="TextBox 19">
              <a:extLst>
                <a:ext uri="{FF2B5EF4-FFF2-40B4-BE49-F238E27FC236}">
                  <a16:creationId xmlns:a16="http://schemas.microsoft.com/office/drawing/2014/main" id="{41341C17-FA4D-AD92-96E4-4A3700B18D1D}"/>
                </a:ext>
                <a:ext uri="{C183D7F6-B498-43B3-948B-1728B52AA6E4}">
                  <adec:decorative xmlns:adec="http://schemas.microsoft.com/office/drawing/2017/decorative" val="1"/>
                </a:ext>
              </a:extLst>
            </p:cNvPr>
            <p:cNvSpPr txBox="1">
              <a:spLocks noChangeAspect="1"/>
            </p:cNvSpPr>
            <p:nvPr/>
          </p:nvSpPr>
          <p:spPr>
            <a:xfrm rot="8693215">
              <a:off x="4278933" y="1544233"/>
              <a:ext cx="3111987" cy="3554728"/>
            </a:xfrm>
            <a:prstGeom prst="rect">
              <a:avLst/>
            </a:prstGeom>
            <a:noFill/>
          </p:spPr>
          <p:txBody>
            <a:bodyPr wrap="square" lIns="0" tIns="0" rIns="0" bIns="0" rtlCol="0">
              <a:prstTxWarp prst="textArchUp">
                <a:avLst>
                  <a:gd name="adj" fmla="val 12806076"/>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lang="en-GB" sz="1100" err="1">
                  <a:solidFill>
                    <a:srgbClr val="FFFFFF"/>
                  </a:solidFill>
                  <a:latin typeface="+mj-lt"/>
                </a:rPr>
                <a:t>Orchestraion</a:t>
              </a:r>
              <a:r>
                <a:rPr lang="en-GB" sz="1100">
                  <a:solidFill>
                    <a:srgbClr val="FFFFFF"/>
                  </a:solidFill>
                  <a:latin typeface="+mj-lt"/>
                </a:rPr>
                <a:t>   Integration    Debugging</a:t>
              </a:r>
              <a:endParaRPr kumimoji="0" lang="en-GB" sz="1100" b="0" i="0" u="none" strike="noStrike" kern="1200" cap="none" spc="0" normalizeH="0" baseline="0" noProof="0">
                <a:ln>
                  <a:noFill/>
                </a:ln>
                <a:solidFill>
                  <a:srgbClr val="FFFFFF"/>
                </a:solidFill>
                <a:effectLst/>
                <a:uLnTx/>
                <a:uFillTx/>
                <a:latin typeface="+mj-lt"/>
              </a:endParaRPr>
            </a:p>
          </p:txBody>
        </p:sp>
        <p:sp>
          <p:nvSpPr>
            <p:cNvPr id="21" name="TextBox 20">
              <a:extLst>
                <a:ext uri="{FF2B5EF4-FFF2-40B4-BE49-F238E27FC236}">
                  <a16:creationId xmlns:a16="http://schemas.microsoft.com/office/drawing/2014/main" id="{3182E12D-E5D7-EF72-F944-1C98C2B17D97}"/>
                </a:ext>
                <a:ext uri="{C183D7F6-B498-43B3-948B-1728B52AA6E4}">
                  <adec:decorative xmlns:adec="http://schemas.microsoft.com/office/drawing/2017/decorative" val="1"/>
                </a:ext>
              </a:extLst>
            </p:cNvPr>
            <p:cNvSpPr txBox="1">
              <a:spLocks noChangeAspect="1"/>
            </p:cNvSpPr>
            <p:nvPr/>
          </p:nvSpPr>
          <p:spPr>
            <a:xfrm>
              <a:off x="4663552" y="2211303"/>
              <a:ext cx="2799792" cy="2799792"/>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mj-lt"/>
                  <a:ea typeface="+mn-ea"/>
                  <a:cs typeface="+mn-cs"/>
                </a:rPr>
                <a:t> Techniques - Prompt Engineering, RAG, Fine-tuning</a:t>
              </a:r>
            </a:p>
          </p:txBody>
        </p:sp>
        <p:sp>
          <p:nvSpPr>
            <p:cNvPr id="25" name="TextBox 24">
              <a:extLst>
                <a:ext uri="{FF2B5EF4-FFF2-40B4-BE49-F238E27FC236}">
                  <a16:creationId xmlns:a16="http://schemas.microsoft.com/office/drawing/2014/main" id="{C1817C26-27AD-C2C6-E783-5AEB03F88711}"/>
                </a:ext>
                <a:ext uri="{C183D7F6-B498-43B3-948B-1728B52AA6E4}">
                  <adec:decorative xmlns:adec="http://schemas.microsoft.com/office/drawing/2017/decorative" val="1"/>
                </a:ext>
              </a:extLst>
            </p:cNvPr>
            <p:cNvSpPr txBox="1">
              <a:spLocks noChangeAspect="1"/>
            </p:cNvSpPr>
            <p:nvPr/>
          </p:nvSpPr>
          <p:spPr>
            <a:xfrm rot="14349291">
              <a:off x="4636304" y="2194099"/>
              <a:ext cx="2799792" cy="2799792"/>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mj-lt"/>
                  <a:ea typeface="+mn-ea"/>
                  <a:cs typeface="+mn-cs"/>
                </a:rPr>
                <a:t> Define Metrics     Evaluation</a:t>
              </a:r>
            </a:p>
          </p:txBody>
        </p:sp>
        <p:sp>
          <p:nvSpPr>
            <p:cNvPr id="22" name="Inner &gt; Middle">
              <a:extLst>
                <a:ext uri="{FF2B5EF4-FFF2-40B4-BE49-F238E27FC236}">
                  <a16:creationId xmlns:a16="http://schemas.microsoft.com/office/drawing/2014/main" id="{289CE8D5-73A2-CF4F-4895-F7FBAE710914}"/>
                </a:ext>
                <a:ext uri="{C183D7F6-B498-43B3-948B-1728B52AA6E4}">
                  <adec:decorative xmlns:adec="http://schemas.microsoft.com/office/drawing/2017/decorative" val="1"/>
                </a:ext>
              </a:extLst>
            </p:cNvPr>
            <p:cNvSpPr>
              <a:spLocks noChangeAspect="1"/>
            </p:cNvSpPr>
            <p:nvPr/>
          </p:nvSpPr>
          <p:spPr>
            <a:xfrm flipV="1">
              <a:off x="4933374" y="2486913"/>
              <a:ext cx="2257898" cy="2257897"/>
            </a:xfrm>
            <a:prstGeom prst="arc">
              <a:avLst>
                <a:gd name="adj1" fmla="val 7569981"/>
                <a:gd name="adj2" fmla="val 7363122"/>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26" name="Rectangle 25">
              <a:extLst>
                <a:ext uri="{FF2B5EF4-FFF2-40B4-BE49-F238E27FC236}">
                  <a16:creationId xmlns:a16="http://schemas.microsoft.com/office/drawing/2014/main" id="{F3411B47-CD01-5527-24BF-DFD634CA878D}"/>
                </a:ext>
              </a:extLst>
            </p:cNvPr>
            <p:cNvSpPr/>
            <p:nvPr/>
          </p:nvSpPr>
          <p:spPr bwMode="auto">
            <a:xfrm>
              <a:off x="5102546" y="2950245"/>
              <a:ext cx="1926170" cy="142710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a:solidFill>
                    <a:schemeClr val="bg1"/>
                  </a:solidFill>
                  <a:latin typeface="+mj-lt"/>
                </a:rPr>
                <a:t>Building &amp; Augmenting</a:t>
              </a:r>
            </a:p>
          </p:txBody>
        </p:sp>
      </p:grpSp>
      <p:sp>
        <p:nvSpPr>
          <p:cNvPr id="37" name="TextBox 36">
            <a:extLst>
              <a:ext uri="{FF2B5EF4-FFF2-40B4-BE49-F238E27FC236}">
                <a16:creationId xmlns:a16="http://schemas.microsoft.com/office/drawing/2014/main" id="{5ECAC70E-9EBA-4701-26AF-AC3AB7141E03}"/>
              </a:ext>
              <a:ext uri="{C183D7F6-B498-43B3-948B-1728B52AA6E4}">
                <adec:decorative xmlns:adec="http://schemas.microsoft.com/office/drawing/2017/decorative" val="1"/>
              </a:ext>
            </a:extLst>
          </p:cNvPr>
          <p:cNvSpPr txBox="1"/>
          <p:nvPr/>
        </p:nvSpPr>
        <p:spPr>
          <a:xfrm>
            <a:off x="8121823" y="5677592"/>
            <a:ext cx="3151767" cy="582211"/>
          </a:xfrm>
          <a:prstGeom prst="rect">
            <a:avLst/>
          </a:prstGeom>
          <a:noFill/>
          <a:effectLst/>
        </p:spPr>
        <p:txBody>
          <a:bodyPr wrap="square" lIns="0" tIns="0" rIns="0" bIns="0" rtlCol="0" anchor="t" anchorCtr="0">
            <a:spAutoFit/>
          </a:bodyPr>
          <a:lstStyle>
            <a:defPPr>
              <a:defRPr lang="en-US"/>
            </a:defPPr>
            <a:lvl1pPr marR="0" lvl="0" indent="0" defTabSz="1371600" fontAlgn="auto">
              <a:lnSpc>
                <a:spcPct val="100000"/>
              </a:lnSpc>
              <a:spcBef>
                <a:spcPts val="0"/>
              </a:spcBef>
              <a:spcAft>
                <a:spcPts val="0"/>
              </a:spcAft>
              <a:buClrTx/>
              <a:buSzTx/>
              <a:buFontTx/>
              <a:buNone/>
              <a:tabLst>
                <a:tab pos="1371600" algn="l"/>
              </a:tabLst>
              <a:defRPr kumimoji="0" sz="2400" b="0" i="0" u="none" strike="noStrike" cap="none" spc="0" normalizeH="0" baseline="0">
                <a:ln w="3175">
                  <a:noFill/>
                </a:ln>
                <a:gradFill>
                  <a:gsLst>
                    <a:gs pos="0">
                      <a:srgbClr val="FF5C39"/>
                    </a:gs>
                    <a:gs pos="80000">
                      <a:srgbClr val="C03BC4"/>
                    </a:gs>
                  </a:gsLst>
                  <a:path path="circle">
                    <a:fillToRect l="100000" t="100000"/>
                  </a:path>
                </a:gradFill>
                <a:effectLst/>
                <a:uLnTx/>
                <a:uFillTx/>
                <a:latin typeface="+mj-lt"/>
                <a:cs typeface="Segoe UI" panose="020B0502040204020203" pitchFamily="34" charset="0"/>
              </a:defRPr>
            </a:lvl1pPr>
          </a:lstStyle>
          <a:p>
            <a:pPr marL="0" marR="0" lvl="0" indent="0" algn="ctr" defTabSz="914437" rtl="0" eaLnBrk="1" fontAlgn="base" latinLnBrk="0" hangingPunct="1">
              <a:lnSpc>
                <a:spcPct val="100000"/>
              </a:lnSpc>
              <a:spcBef>
                <a:spcPct val="0"/>
              </a:spcBef>
              <a:spcAft>
                <a:spcPts val="400"/>
              </a:spcAft>
              <a:buClrTx/>
              <a:buSzTx/>
              <a:buFontTx/>
              <a:buNone/>
              <a:tabLst>
                <a:tab pos="1371655" algn="l"/>
              </a:tabLst>
              <a:defRPr/>
            </a:pPr>
            <a:r>
              <a:rPr lang="en-GB">
                <a:ln>
                  <a:noFill/>
                </a:ln>
                <a:gradFill>
                  <a:gsLst>
                    <a:gs pos="0">
                      <a:srgbClr val="BDF2BD"/>
                    </a:gs>
                    <a:gs pos="100000">
                      <a:srgbClr val="C3E9FC"/>
                    </a:gs>
                  </a:gsLst>
                  <a:lin ang="5400000" scaled="1"/>
                </a:gradFill>
                <a:latin typeface="Segoe Sans Text Semibold"/>
                <a:cs typeface="Segoe Sans Text" pitchFamily="2" charset="0"/>
              </a:rPr>
              <a:t>Operationalizing</a:t>
            </a:r>
          </a:p>
          <a:p>
            <a:pPr algn="ctr" defTabSz="914400">
              <a:defRPr/>
            </a:pPr>
            <a:r>
              <a:rPr lang="en-GB" sz="1050" b="1">
                <a:solidFill>
                  <a:schemeClr val="bg1"/>
                </a:solidFill>
                <a:latin typeface="+mn-lt"/>
                <a:cs typeface="Segoe Sans Text" pitchFamily="2" charset="0"/>
              </a:rPr>
              <a:t>Manage &amp; Optimize</a:t>
            </a:r>
          </a:p>
        </p:txBody>
      </p:sp>
      <p:grpSp>
        <p:nvGrpSpPr>
          <p:cNvPr id="64" name="Group 63">
            <a:extLst>
              <a:ext uri="{FF2B5EF4-FFF2-40B4-BE49-F238E27FC236}">
                <a16:creationId xmlns:a16="http://schemas.microsoft.com/office/drawing/2014/main" id="{617EBDC5-3A95-B9BA-9A6B-BCE99CA86ABF}"/>
              </a:ext>
            </a:extLst>
          </p:cNvPr>
          <p:cNvGrpSpPr/>
          <p:nvPr/>
        </p:nvGrpSpPr>
        <p:grpSpPr>
          <a:xfrm>
            <a:off x="7935661" y="1857394"/>
            <a:ext cx="3524090" cy="3524090"/>
            <a:chOff x="7935661" y="1857394"/>
            <a:chExt cx="3524090" cy="3524090"/>
          </a:xfrm>
        </p:grpSpPr>
        <p:sp useBgFill="1">
          <p:nvSpPr>
            <p:cNvPr id="32" name="Circle: Hollow 31">
              <a:extLst>
                <a:ext uri="{FF2B5EF4-FFF2-40B4-BE49-F238E27FC236}">
                  <a16:creationId xmlns:a16="http://schemas.microsoft.com/office/drawing/2014/main" id="{6D5CB682-09FA-08FD-080F-943DABB5A93A}"/>
                </a:ext>
                <a:ext uri="{C183D7F6-B498-43B3-948B-1728B52AA6E4}">
                  <adec:decorative xmlns:adec="http://schemas.microsoft.com/office/drawing/2017/decorative" val="1"/>
                </a:ext>
              </a:extLst>
            </p:cNvPr>
            <p:cNvSpPr>
              <a:spLocks noChangeAspect="1"/>
            </p:cNvSpPr>
            <p:nvPr/>
          </p:nvSpPr>
          <p:spPr bwMode="auto">
            <a:xfrm>
              <a:off x="7935661" y="1857394"/>
              <a:ext cx="3524090" cy="3524090"/>
            </a:xfrm>
            <a:prstGeom prst="donut">
              <a:avLst>
                <a:gd name="adj" fmla="val 11141"/>
              </a:avLst>
            </a:prstGeom>
            <a:ln w="63897"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solidFill>
                <a:effectLst/>
                <a:uLnTx/>
                <a:uFillTx/>
                <a:ea typeface="+mn-ea"/>
                <a:cs typeface="+mn-cs"/>
              </a:endParaRPr>
            </a:p>
          </p:txBody>
        </p:sp>
        <p:sp>
          <p:nvSpPr>
            <p:cNvPr id="34" name="TextBox 33">
              <a:extLst>
                <a:ext uri="{FF2B5EF4-FFF2-40B4-BE49-F238E27FC236}">
                  <a16:creationId xmlns:a16="http://schemas.microsoft.com/office/drawing/2014/main" id="{7787F900-0657-1B82-261E-FB239599223F}"/>
                </a:ext>
                <a:ext uri="{C183D7F6-B498-43B3-948B-1728B52AA6E4}">
                  <adec:decorative xmlns:adec="http://schemas.microsoft.com/office/drawing/2017/decorative" val="1"/>
                </a:ext>
              </a:extLst>
            </p:cNvPr>
            <p:cNvSpPr txBox="1">
              <a:spLocks noChangeAspect="1"/>
            </p:cNvSpPr>
            <p:nvPr/>
          </p:nvSpPr>
          <p:spPr>
            <a:xfrm rot="7894997">
              <a:off x="8140354" y="2073328"/>
              <a:ext cx="3102950" cy="3102950"/>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Segoe Sans Text" pitchFamily="2" charset="0"/>
                </a:rPr>
                <a:t>Continuous Evaluation &amp; Monitoring    </a:t>
              </a:r>
              <a:r>
                <a:rPr lang="en-GB" sz="1100">
                  <a:solidFill>
                    <a:srgbClr val="FFFFFF"/>
                  </a:solidFill>
                  <a:latin typeface="Segoe Sans Text" pitchFamily="2" charset="0"/>
                </a:rPr>
                <a:t>Quota &amp; Cost Management</a:t>
              </a:r>
              <a:endParaRPr kumimoji="0" lang="en-GB" sz="1100" b="0" i="0" u="none" strike="noStrike" kern="1200" cap="none" spc="0" normalizeH="0" baseline="0" noProof="0">
                <a:ln>
                  <a:noFill/>
                </a:ln>
                <a:solidFill>
                  <a:srgbClr val="FFFFFF"/>
                </a:solidFill>
                <a:effectLst/>
                <a:uLnTx/>
                <a:uFillTx/>
                <a:latin typeface="Segoe Sans Text" pitchFamily="2" charset="0"/>
              </a:endParaRPr>
            </a:p>
          </p:txBody>
        </p:sp>
        <p:sp>
          <p:nvSpPr>
            <p:cNvPr id="36" name="TextBox 35">
              <a:extLst>
                <a:ext uri="{FF2B5EF4-FFF2-40B4-BE49-F238E27FC236}">
                  <a16:creationId xmlns:a16="http://schemas.microsoft.com/office/drawing/2014/main" id="{091E0835-CF03-B891-8435-30084847FB08}"/>
                </a:ext>
                <a:ext uri="{C183D7F6-B498-43B3-948B-1728B52AA6E4}">
                  <adec:decorative xmlns:adec="http://schemas.microsoft.com/office/drawing/2017/decorative" val="1"/>
                </a:ext>
              </a:extLst>
            </p:cNvPr>
            <p:cNvSpPr txBox="1">
              <a:spLocks noChangeAspect="1"/>
            </p:cNvSpPr>
            <p:nvPr/>
          </p:nvSpPr>
          <p:spPr>
            <a:xfrm rot="15183746">
              <a:off x="8157551" y="1975283"/>
              <a:ext cx="3224508" cy="3224508"/>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mj-lt"/>
                  <a:ea typeface="+mn-ea"/>
                  <a:cs typeface="+mn-cs"/>
                </a:rPr>
                <a:t>Security and data privacy</a:t>
              </a:r>
            </a:p>
          </p:txBody>
        </p:sp>
        <p:sp>
          <p:nvSpPr>
            <p:cNvPr id="33" name="TextBox 32">
              <a:extLst>
                <a:ext uri="{FF2B5EF4-FFF2-40B4-BE49-F238E27FC236}">
                  <a16:creationId xmlns:a16="http://schemas.microsoft.com/office/drawing/2014/main" id="{77C92ABB-54F0-F6CA-108E-9183A4F851D0}"/>
                </a:ext>
                <a:ext uri="{C183D7F6-B498-43B3-948B-1728B52AA6E4}">
                  <adec:decorative xmlns:adec="http://schemas.microsoft.com/office/drawing/2017/decorative" val="1"/>
                </a:ext>
              </a:extLst>
            </p:cNvPr>
            <p:cNvSpPr txBox="1">
              <a:spLocks noChangeAspect="1"/>
            </p:cNvSpPr>
            <p:nvPr/>
          </p:nvSpPr>
          <p:spPr>
            <a:xfrm rot="21287264">
              <a:off x="8148814" y="2059838"/>
              <a:ext cx="3102950" cy="3102950"/>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lang="en-GB" sz="1100">
                  <a:solidFill>
                    <a:srgbClr val="FFFFFF"/>
                  </a:solidFill>
                  <a:latin typeface="+mj-lt"/>
                </a:rPr>
                <a:t>Deploy LLM App, UI, Model, Workflow</a:t>
              </a:r>
              <a:endParaRPr kumimoji="0" lang="en-GB" sz="1100" i="0" u="none" strike="noStrike" kern="1200" cap="none" spc="0" normalizeH="0" baseline="0" noProof="0">
                <a:ln>
                  <a:noFill/>
                </a:ln>
                <a:solidFill>
                  <a:srgbClr val="FFFFFF"/>
                </a:solidFill>
                <a:effectLst/>
                <a:uLnTx/>
                <a:uFillTx/>
                <a:latin typeface="+mj-lt"/>
              </a:endParaRPr>
            </a:p>
          </p:txBody>
        </p:sp>
        <p:sp>
          <p:nvSpPr>
            <p:cNvPr id="35" name="Inner &gt; Middle">
              <a:extLst>
                <a:ext uri="{FF2B5EF4-FFF2-40B4-BE49-F238E27FC236}">
                  <a16:creationId xmlns:a16="http://schemas.microsoft.com/office/drawing/2014/main" id="{AC177EBC-A687-B42D-CCD1-5667936C0B92}"/>
                </a:ext>
                <a:ext uri="{C183D7F6-B498-43B3-948B-1728B52AA6E4}">
                  <adec:decorative xmlns:adec="http://schemas.microsoft.com/office/drawing/2017/decorative" val="1"/>
                </a:ext>
              </a:extLst>
            </p:cNvPr>
            <p:cNvSpPr>
              <a:spLocks noChangeAspect="1"/>
            </p:cNvSpPr>
            <p:nvPr/>
          </p:nvSpPr>
          <p:spPr>
            <a:xfrm flipV="1">
              <a:off x="8440406" y="2349396"/>
              <a:ext cx="2514600" cy="2514600"/>
            </a:xfrm>
            <a:prstGeom prst="arc">
              <a:avLst>
                <a:gd name="adj1" fmla="val 8319039"/>
                <a:gd name="adj2" fmla="val 8134095"/>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39" name="Rectangle 38">
              <a:extLst>
                <a:ext uri="{FF2B5EF4-FFF2-40B4-BE49-F238E27FC236}">
                  <a16:creationId xmlns:a16="http://schemas.microsoft.com/office/drawing/2014/main" id="{FECC431C-8F3D-D2C5-70AB-9A57D4DC9C80}"/>
                </a:ext>
              </a:extLst>
            </p:cNvPr>
            <p:cNvSpPr/>
            <p:nvPr/>
          </p:nvSpPr>
          <p:spPr bwMode="auto">
            <a:xfrm>
              <a:off x="8669330" y="2950245"/>
              <a:ext cx="2068977" cy="148366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a:solidFill>
                    <a:schemeClr val="bg1"/>
                  </a:solidFill>
                  <a:latin typeface="+mj-lt"/>
                </a:rPr>
                <a:t>Deploying &amp; Monitoring</a:t>
              </a:r>
            </a:p>
          </p:txBody>
        </p:sp>
      </p:grpSp>
      <p:sp>
        <p:nvSpPr>
          <p:cNvPr id="40" name="BUSINESS NEED"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00241C04-CA4F-5208-813F-1ECC74EA75CE}"/>
              </a:ext>
            </a:extLst>
          </p:cNvPr>
          <p:cNvSpPr txBox="1"/>
          <p:nvPr/>
        </p:nvSpPr>
        <p:spPr>
          <a:xfrm>
            <a:off x="585217" y="2456663"/>
            <a:ext cx="818622" cy="446469"/>
          </a:xfrm>
          <a:prstGeom prst="rect">
            <a:avLst/>
          </a:prstGeom>
          <a:noFill/>
        </p:spPr>
        <p:txBody>
          <a:bodyPr wrap="none" rtlCol="0">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lang="en-US" sz="1000" b="1" spc="32">
                <a:ln w="3175">
                  <a:noFill/>
                </a:ln>
                <a:solidFill>
                  <a:schemeClr val="bg1"/>
                </a:solidFill>
                <a:cs typeface="Segoe Sans Text" pitchFamily="2" charset="0"/>
              </a:rPr>
              <a:t>BUSINESS</a:t>
            </a:r>
            <a:br>
              <a:rPr lang="en-US" sz="1000" b="1" spc="32">
                <a:ln w="3175">
                  <a:noFill/>
                </a:ln>
                <a:solidFill>
                  <a:schemeClr val="bg1"/>
                </a:solidFill>
                <a:cs typeface="Segoe Sans Text" pitchFamily="2" charset="0"/>
              </a:rPr>
            </a:br>
            <a:r>
              <a:rPr lang="en-US" sz="1000" b="1" spc="32">
                <a:ln w="3175">
                  <a:noFill/>
                </a:ln>
                <a:solidFill>
                  <a:schemeClr val="bg1"/>
                </a:solidFill>
                <a:cs typeface="Segoe Sans Text" pitchFamily="2" charset="0"/>
              </a:rPr>
              <a:t>NEED</a:t>
            </a:r>
          </a:p>
        </p:txBody>
      </p:sp>
      <p:sp>
        <p:nvSpPr>
          <p:cNvPr id="41"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60CAA246-6172-A152-DC7E-D310A7124C04}"/>
              </a:ext>
            </a:extLst>
          </p:cNvPr>
          <p:cNvSpPr>
            <a:spLocks noChangeAspect="1"/>
          </p:cNvSpPr>
          <p:nvPr/>
        </p:nvSpPr>
        <p:spPr>
          <a:xfrm flipH="1">
            <a:off x="1100697" y="2179207"/>
            <a:ext cx="1530771" cy="1531095"/>
          </a:xfrm>
          <a:prstGeom prst="arc">
            <a:avLst>
              <a:gd name="adj1" fmla="val 14631255"/>
              <a:gd name="adj2" fmla="val 19066496"/>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48" name="Rectangle: Rounded Corners 47">
            <a:extLst>
              <a:ext uri="{FF2B5EF4-FFF2-40B4-BE49-F238E27FC236}">
                <a16:creationId xmlns:a16="http://schemas.microsoft.com/office/drawing/2014/main" id="{83D9CD86-9BC0-6C79-1932-16CDCB15FF2A}"/>
              </a:ext>
            </a:extLst>
          </p:cNvPr>
          <p:cNvSpPr>
            <a:spLocks/>
          </p:cNvSpPr>
          <p:nvPr/>
        </p:nvSpPr>
        <p:spPr bwMode="auto">
          <a:xfrm rot="10800000" flipH="1" flipV="1">
            <a:off x="383428" y="1223818"/>
            <a:ext cx="11392545" cy="5241175"/>
          </a:xfrm>
          <a:prstGeom prst="roundRect">
            <a:avLst>
              <a:gd name="adj" fmla="val 2665"/>
            </a:avLst>
          </a:prstGeom>
          <a:no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51" name="Text Placeholder 2">
            <a:extLst>
              <a:ext uri="{FF2B5EF4-FFF2-40B4-BE49-F238E27FC236}">
                <a16:creationId xmlns:a16="http://schemas.microsoft.com/office/drawing/2014/main" id="{610D55FE-827A-DCAD-ECDA-CEF9DCF67B4D}"/>
              </a:ext>
            </a:extLst>
          </p:cNvPr>
          <p:cNvSpPr txBox="1">
            <a:spLocks/>
          </p:cNvSpPr>
          <p:nvPr/>
        </p:nvSpPr>
        <p:spPr>
          <a:xfrm flipH="1">
            <a:off x="378808" y="1216766"/>
            <a:ext cx="1530772" cy="475232"/>
          </a:xfrm>
          <a:prstGeom prst="round1Rect">
            <a:avLst>
              <a:gd name="adj" fmla="val 30272"/>
            </a:avLst>
          </a:prstGeom>
          <a:blipFill>
            <a:blip r:embed="rId3">
              <a:lum/>
            </a:blip>
            <a:stretch>
              <a:fillRect l="-288914" t="-614398" r="-146658" b="-90140"/>
            </a:stretch>
          </a:blipFill>
          <a:ln>
            <a:noFill/>
            <a:headEnd type="none" w="med" len="med"/>
            <a:tailEnd type="none" w="med" len="med"/>
          </a:ln>
          <a:effectLst>
            <a:outerShdw blurRad="127000" dist="38100" algn="l" rotWithShape="0">
              <a:prstClr val="black">
                <a:alpha val="19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6000" rIns="0" bIns="36576" numCol="1" spcCol="0" rtlCol="0" fromWordArt="0" anchor="ctr" anchorCtr="0" forceAA="0" compatLnSpc="1">
            <a:prstTxWarp prst="textNoShape">
              <a:avLst/>
            </a:prstTxWarp>
            <a:noAutofit/>
          </a:bodyPr>
          <a:lstStyle>
            <a:defPPr>
              <a:defRPr lang="en-US"/>
            </a:defPPr>
            <a:lvl1pPr algn="ctr" defTabSz="914367">
              <a:buSzPct val="90000"/>
              <a:defRPr sz="1200">
                <a:solidFill>
                  <a:schemeClr val="bg1"/>
                </a:solidFill>
                <a:latin typeface="+mj-lt"/>
                <a:cs typeface="Segoe Sans Display Semi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sz="1800"/>
          </a:p>
        </p:txBody>
      </p:sp>
      <p:sp>
        <p:nvSpPr>
          <p:cNvPr id="49" name="TextBox 48"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EC0F8B45-C298-D8EA-6556-8073FE15C087}"/>
              </a:ext>
            </a:extLst>
          </p:cNvPr>
          <p:cNvSpPr txBox="1"/>
          <p:nvPr/>
        </p:nvSpPr>
        <p:spPr>
          <a:xfrm>
            <a:off x="491701" y="1253357"/>
            <a:ext cx="1289061" cy="394762"/>
          </a:xfrm>
          <a:prstGeom prst="rect">
            <a:avLst/>
          </a:prstGeom>
          <a:noFill/>
        </p:spPr>
        <p:txBody>
          <a:bodyPr wrap="square" lIns="58312" tIns="58312" rIns="58312" bIns="58312" rtlCol="0" anchor="t">
            <a:spAutoFit/>
          </a:bodyPr>
          <a:lstStyle/>
          <a:p>
            <a:pPr defTabSz="932472" fontAlgn="base">
              <a:spcBef>
                <a:spcPct val="0"/>
              </a:spcBef>
              <a:spcAft>
                <a:spcPct val="0"/>
              </a:spcAft>
              <a:defRPr/>
            </a:pPr>
            <a:r>
              <a:rPr lang="en-US">
                <a:solidFill>
                  <a:schemeClr val="bg1"/>
                </a:solidFill>
                <a:latin typeface="+mj-lt"/>
              </a:rPr>
              <a:t>Managing</a:t>
            </a:r>
            <a:endParaRPr lang="ja-JP" altLang="en-US">
              <a:solidFill>
                <a:schemeClr val="bg1"/>
              </a:solidFill>
              <a:latin typeface="+mj-lt"/>
            </a:endParaRPr>
          </a:p>
        </p:txBody>
      </p:sp>
      <p:grpSp>
        <p:nvGrpSpPr>
          <p:cNvPr id="55" name="Group 54">
            <a:extLst>
              <a:ext uri="{FF2B5EF4-FFF2-40B4-BE49-F238E27FC236}">
                <a16:creationId xmlns:a16="http://schemas.microsoft.com/office/drawing/2014/main" id="{1EF8FB9F-002A-1485-0813-973E40B960FE}"/>
              </a:ext>
            </a:extLst>
          </p:cNvPr>
          <p:cNvGrpSpPr/>
          <p:nvPr/>
        </p:nvGrpSpPr>
        <p:grpSpPr>
          <a:xfrm>
            <a:off x="1768562" y="1325621"/>
            <a:ext cx="245286" cy="245286"/>
            <a:chOff x="1751823" y="1304264"/>
            <a:chExt cx="288000" cy="288000"/>
          </a:xfrm>
        </p:grpSpPr>
        <p:sp useBgFill="1">
          <p:nvSpPr>
            <p:cNvPr id="52" name="Rectangle: Rounded Corners 51">
              <a:extLst>
                <a:ext uri="{FF2B5EF4-FFF2-40B4-BE49-F238E27FC236}">
                  <a16:creationId xmlns:a16="http://schemas.microsoft.com/office/drawing/2014/main" id="{A4F95BA6-44C0-05CF-BD25-DBF3A280309A}"/>
                </a:ext>
                <a:ext uri="{C183D7F6-B498-43B3-948B-1728B52AA6E4}">
                  <adec:decorative xmlns:adec="http://schemas.microsoft.com/office/drawing/2017/decorative" val="1"/>
                </a:ext>
              </a:extLst>
            </p:cNvPr>
            <p:cNvSpPr/>
            <p:nvPr/>
          </p:nvSpPr>
          <p:spPr bwMode="auto">
            <a:xfrm>
              <a:off x="1751823" y="1304264"/>
              <a:ext cx="288000" cy="288000"/>
            </a:xfrm>
            <a:prstGeom prst="roundRect">
              <a:avLst/>
            </a:prstGeom>
            <a:ln w="38100">
              <a:gradFill>
                <a:gsLst>
                  <a:gs pos="0">
                    <a:srgbClr val="00CCAB"/>
                  </a:gs>
                  <a:gs pos="100000">
                    <a:srgbClr val="C3E9FC"/>
                  </a:gs>
                </a:gsLst>
                <a:lin ang="5400000" scaled="1"/>
              </a:gradFill>
            </a:ln>
            <a:effectLst>
              <a:outerShdw blurRad="63500" dist="127000" dir="2700000" algn="tl" rotWithShape="0">
                <a:prstClr val="black">
                  <a:alpha val="50000"/>
                </a:prstClr>
              </a:outerShdw>
            </a:effectLst>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chemeClr val="bg1"/>
                </a:solidFill>
                <a:effectLst/>
                <a:uLnTx/>
                <a:uFillTx/>
                <a:latin typeface="+mj-lt"/>
                <a:ea typeface="+mn-ea"/>
                <a:cs typeface="+mn-cs"/>
              </a:endParaRPr>
            </a:p>
          </p:txBody>
        </p:sp>
        <p:pic>
          <p:nvPicPr>
            <p:cNvPr id="54" name="Graphic 53">
              <a:extLst>
                <a:ext uri="{FF2B5EF4-FFF2-40B4-BE49-F238E27FC236}">
                  <a16:creationId xmlns:a16="http://schemas.microsoft.com/office/drawing/2014/main" id="{25CF27F7-48D7-30B9-7438-E23AE156BF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3094" y="1347601"/>
              <a:ext cx="203693" cy="203693"/>
            </a:xfrm>
            <a:prstGeom prst="rect">
              <a:avLst/>
            </a:prstGeom>
          </p:spPr>
        </p:pic>
      </p:grpSp>
    </p:spTree>
    <p:extLst>
      <p:ext uri="{BB962C8B-B14F-4D97-AF65-F5344CB8AC3E}">
        <p14:creationId xmlns:p14="http://schemas.microsoft.com/office/powerpoint/2010/main" val="28877883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p:cTn id="7" dur="250" fill="hold"/>
                                        <p:tgtEl>
                                          <p:spTgt spid="47"/>
                                        </p:tgtEl>
                                        <p:attrNameLst>
                                          <p:attrName>ppt_w</p:attrName>
                                        </p:attrNameLst>
                                      </p:cBhvr>
                                      <p:tavLst>
                                        <p:tav tm="0">
                                          <p:val>
                                            <p:strVal val="2/3*#ppt_w"/>
                                          </p:val>
                                        </p:tav>
                                        <p:tav tm="100000">
                                          <p:val>
                                            <p:strVal val="#ppt_w"/>
                                          </p:val>
                                        </p:tav>
                                      </p:tavLst>
                                    </p:anim>
                                    <p:anim calcmode="lin" valueType="num">
                                      <p:cBhvr>
                                        <p:cTn id="8" dur="250" fill="hold"/>
                                        <p:tgtEl>
                                          <p:spTgt spid="47"/>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fade">
                                      <p:cBhvr>
                                        <p:cTn id="11" dur="500"/>
                                        <p:tgtEl>
                                          <p:spTgt spid="47"/>
                                        </p:tgtEl>
                                      </p:cBhvr>
                                    </p:animEffect>
                                  </p:childTnLst>
                                </p:cTn>
                              </p:par>
                              <p:par>
                                <p:cTn id="12" presetID="6" presetClass="emph" presetSubtype="0" fill="hold" grpId="2" nodeType="withEffect">
                                  <p:stCondLst>
                                    <p:cond delay="0"/>
                                  </p:stCondLst>
                                  <p:childTnLst>
                                    <p:animScale>
                                      <p:cBhvr>
                                        <p:cTn id="13" dur="10" fill="hold"/>
                                        <p:tgtEl>
                                          <p:spTgt spid="47"/>
                                        </p:tgtEl>
                                      </p:cBhvr>
                                      <p:by x="80000" y="80000"/>
                                    </p:animScale>
                                  </p:childTnLst>
                                </p:cTn>
                              </p:par>
                              <p:par>
                                <p:cTn id="14" presetID="6" presetClass="emph" presetSubtype="0" decel="100000" fill="hold" grpId="3" nodeType="withEffect">
                                  <p:stCondLst>
                                    <p:cond delay="0"/>
                                  </p:stCondLst>
                                  <p:childTnLst>
                                    <p:animScale>
                                      <p:cBhvr>
                                        <p:cTn id="15" dur="1000" fill="hold"/>
                                        <p:tgtEl>
                                          <p:spTgt spid="47"/>
                                        </p:tgtEl>
                                      </p:cBhvr>
                                      <p:by x="125000" y="125000"/>
                                    </p:animScale>
                                  </p:childTnLst>
                                </p:cTn>
                              </p:par>
                              <p:par>
                                <p:cTn id="16" presetID="23" presetClass="entr" presetSubtype="272" fill="hold" grpId="0" nodeType="withEffect">
                                  <p:stCondLst>
                                    <p:cond delay="0"/>
                                  </p:stCondLst>
                                  <p:childTnLst>
                                    <p:set>
                                      <p:cBhvr>
                                        <p:cTn id="17" dur="1" fill="hold">
                                          <p:stCondLst>
                                            <p:cond delay="0"/>
                                          </p:stCondLst>
                                        </p:cTn>
                                        <p:tgtEl>
                                          <p:spTgt spid="48"/>
                                        </p:tgtEl>
                                        <p:attrNameLst>
                                          <p:attrName>style.visibility</p:attrName>
                                        </p:attrNameLst>
                                      </p:cBhvr>
                                      <p:to>
                                        <p:strVal val="visible"/>
                                      </p:to>
                                    </p:set>
                                    <p:anim calcmode="lin" valueType="num">
                                      <p:cBhvr>
                                        <p:cTn id="18" dur="250" fill="hold"/>
                                        <p:tgtEl>
                                          <p:spTgt spid="48"/>
                                        </p:tgtEl>
                                        <p:attrNameLst>
                                          <p:attrName>ppt_w</p:attrName>
                                        </p:attrNameLst>
                                      </p:cBhvr>
                                      <p:tavLst>
                                        <p:tav tm="0">
                                          <p:val>
                                            <p:strVal val="2/3*#ppt_w"/>
                                          </p:val>
                                        </p:tav>
                                        <p:tav tm="100000">
                                          <p:val>
                                            <p:strVal val="#ppt_w"/>
                                          </p:val>
                                        </p:tav>
                                      </p:tavLst>
                                    </p:anim>
                                    <p:anim calcmode="lin" valueType="num">
                                      <p:cBhvr>
                                        <p:cTn id="19" dur="250" fill="hold"/>
                                        <p:tgtEl>
                                          <p:spTgt spid="48"/>
                                        </p:tgtEl>
                                        <p:attrNameLst>
                                          <p:attrName>ppt_h</p:attrName>
                                        </p:attrNameLst>
                                      </p:cBhvr>
                                      <p:tavLst>
                                        <p:tav tm="0">
                                          <p:val>
                                            <p:strVal val="2/3*#ppt_h"/>
                                          </p:val>
                                        </p:tav>
                                        <p:tav tm="100000">
                                          <p:val>
                                            <p:strVal val="#ppt_h"/>
                                          </p:val>
                                        </p:tav>
                                      </p:tavLst>
                                    </p:anim>
                                  </p:childTnLst>
                                </p:cTn>
                              </p:par>
                              <p:par>
                                <p:cTn id="20" presetID="10" presetClass="entr" presetSubtype="0" fill="hold" grpId="1"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3" presetID="6" presetClass="emph" presetSubtype="0" fill="hold" grpId="2" nodeType="withEffect">
                                  <p:stCondLst>
                                    <p:cond delay="0"/>
                                  </p:stCondLst>
                                  <p:childTnLst>
                                    <p:animScale>
                                      <p:cBhvr>
                                        <p:cTn id="24" dur="10" fill="hold"/>
                                        <p:tgtEl>
                                          <p:spTgt spid="48"/>
                                        </p:tgtEl>
                                      </p:cBhvr>
                                      <p:by x="80000" y="80000"/>
                                    </p:animScale>
                                  </p:childTnLst>
                                </p:cTn>
                              </p:par>
                              <p:par>
                                <p:cTn id="25" presetID="6" presetClass="emph" presetSubtype="0" decel="100000" fill="hold" grpId="3" nodeType="withEffect">
                                  <p:stCondLst>
                                    <p:cond delay="0"/>
                                  </p:stCondLst>
                                  <p:childTnLst>
                                    <p:animScale>
                                      <p:cBhvr>
                                        <p:cTn id="26" dur="1000" fill="hold"/>
                                        <p:tgtEl>
                                          <p:spTgt spid="48"/>
                                        </p:tgtEl>
                                      </p:cBhvr>
                                      <p:by x="125000" y="125000"/>
                                    </p:animScale>
                                  </p:childTnLst>
                                </p:cTn>
                              </p:par>
                              <p:par>
                                <p:cTn id="27" presetID="22" presetClass="entr" presetSubtype="8" fill="hold" grpId="0" nodeType="withEffect">
                                  <p:stCondLst>
                                    <p:cond delay="700"/>
                                  </p:stCondLst>
                                  <p:childTnLst>
                                    <p:set>
                                      <p:cBhvr>
                                        <p:cTn id="28" dur="1" fill="hold">
                                          <p:stCondLst>
                                            <p:cond delay="0"/>
                                          </p:stCondLst>
                                        </p:cTn>
                                        <p:tgtEl>
                                          <p:spTgt spid="51"/>
                                        </p:tgtEl>
                                        <p:attrNameLst>
                                          <p:attrName>style.visibility</p:attrName>
                                        </p:attrNameLst>
                                      </p:cBhvr>
                                      <p:to>
                                        <p:strVal val="visible"/>
                                      </p:to>
                                    </p:set>
                                    <p:animEffect transition="in" filter="wipe(left)">
                                      <p:cBhvr>
                                        <p:cTn id="29" dur="500"/>
                                        <p:tgtEl>
                                          <p:spTgt spid="51"/>
                                        </p:tgtEl>
                                      </p:cBhvr>
                                    </p:animEffect>
                                  </p:childTnLst>
                                </p:cTn>
                              </p:par>
                              <p:par>
                                <p:cTn id="30" presetID="23" presetClass="entr" presetSubtype="272" fill="hold" nodeType="withEffect">
                                  <p:stCondLst>
                                    <p:cond delay="700"/>
                                  </p:stCondLst>
                                  <p:childTnLst>
                                    <p:set>
                                      <p:cBhvr>
                                        <p:cTn id="31" dur="1" fill="hold">
                                          <p:stCondLst>
                                            <p:cond delay="0"/>
                                          </p:stCondLst>
                                        </p:cTn>
                                        <p:tgtEl>
                                          <p:spTgt spid="55"/>
                                        </p:tgtEl>
                                        <p:attrNameLst>
                                          <p:attrName>style.visibility</p:attrName>
                                        </p:attrNameLst>
                                      </p:cBhvr>
                                      <p:to>
                                        <p:strVal val="visible"/>
                                      </p:to>
                                    </p:set>
                                    <p:anim calcmode="lin" valueType="num">
                                      <p:cBhvr>
                                        <p:cTn id="32" dur="250" fill="hold"/>
                                        <p:tgtEl>
                                          <p:spTgt spid="55"/>
                                        </p:tgtEl>
                                        <p:attrNameLst>
                                          <p:attrName>ppt_w</p:attrName>
                                        </p:attrNameLst>
                                      </p:cBhvr>
                                      <p:tavLst>
                                        <p:tav tm="0">
                                          <p:val>
                                            <p:strVal val="2/3*#ppt_w"/>
                                          </p:val>
                                        </p:tav>
                                        <p:tav tm="100000">
                                          <p:val>
                                            <p:strVal val="#ppt_w"/>
                                          </p:val>
                                        </p:tav>
                                      </p:tavLst>
                                    </p:anim>
                                    <p:anim calcmode="lin" valueType="num">
                                      <p:cBhvr>
                                        <p:cTn id="33" dur="250" fill="hold"/>
                                        <p:tgtEl>
                                          <p:spTgt spid="55"/>
                                        </p:tgtEl>
                                        <p:attrNameLst>
                                          <p:attrName>ppt_h</p:attrName>
                                        </p:attrNameLst>
                                      </p:cBhvr>
                                      <p:tavLst>
                                        <p:tav tm="0">
                                          <p:val>
                                            <p:strVal val="2/3*#ppt_h"/>
                                          </p:val>
                                        </p:tav>
                                        <p:tav tm="100000">
                                          <p:val>
                                            <p:strVal val="#ppt_h"/>
                                          </p:val>
                                        </p:tav>
                                      </p:tavLst>
                                    </p:anim>
                                  </p:childTnLst>
                                </p:cTn>
                              </p:par>
                              <p:par>
                                <p:cTn id="34" presetID="10" presetClass="entr" presetSubtype="0" fill="hold" nodeType="withEffect">
                                  <p:stCondLst>
                                    <p:cond delay="700"/>
                                  </p:stCondLst>
                                  <p:childTnLst>
                                    <p:set>
                                      <p:cBhvr>
                                        <p:cTn id="35" dur="1" fill="hold">
                                          <p:stCondLst>
                                            <p:cond delay="0"/>
                                          </p:stCondLst>
                                        </p:cTn>
                                        <p:tgtEl>
                                          <p:spTgt spid="55"/>
                                        </p:tgtEl>
                                        <p:attrNameLst>
                                          <p:attrName>style.visibility</p:attrName>
                                        </p:attrNameLst>
                                      </p:cBhvr>
                                      <p:to>
                                        <p:strVal val="visible"/>
                                      </p:to>
                                    </p:set>
                                    <p:animEffect transition="in" filter="fade">
                                      <p:cBhvr>
                                        <p:cTn id="36" dur="500"/>
                                        <p:tgtEl>
                                          <p:spTgt spid="55"/>
                                        </p:tgtEl>
                                      </p:cBhvr>
                                    </p:animEffect>
                                  </p:childTnLst>
                                </p:cTn>
                              </p:par>
                              <p:par>
                                <p:cTn id="37" presetID="6" presetClass="emph" presetSubtype="0" fill="hold" nodeType="withEffect">
                                  <p:stCondLst>
                                    <p:cond delay="700"/>
                                  </p:stCondLst>
                                  <p:childTnLst>
                                    <p:animScale>
                                      <p:cBhvr>
                                        <p:cTn id="38" dur="10" fill="hold"/>
                                        <p:tgtEl>
                                          <p:spTgt spid="55"/>
                                        </p:tgtEl>
                                      </p:cBhvr>
                                      <p:by x="80000" y="80000"/>
                                    </p:animScale>
                                  </p:childTnLst>
                                </p:cTn>
                              </p:par>
                              <p:par>
                                <p:cTn id="39" presetID="6" presetClass="emph" presetSubtype="0" decel="100000" fill="hold" nodeType="withEffect">
                                  <p:stCondLst>
                                    <p:cond delay="700"/>
                                  </p:stCondLst>
                                  <p:childTnLst>
                                    <p:animScale>
                                      <p:cBhvr>
                                        <p:cTn id="40" dur="1000" fill="hold"/>
                                        <p:tgtEl>
                                          <p:spTgt spid="55"/>
                                        </p:tgtEl>
                                      </p:cBhvr>
                                      <p:by x="125000" y="125000"/>
                                    </p:animScale>
                                  </p:childTnLst>
                                </p:cTn>
                              </p:par>
                              <p:par>
                                <p:cTn id="41" presetID="10" presetClass="entr" presetSubtype="0" fill="hold" grpId="0" nodeType="withEffect">
                                  <p:stCondLst>
                                    <p:cond delay="700"/>
                                  </p:stCondLst>
                                  <p:childTnLst>
                                    <p:set>
                                      <p:cBhvr>
                                        <p:cTn id="42" dur="1" fill="hold">
                                          <p:stCondLst>
                                            <p:cond delay="0"/>
                                          </p:stCondLst>
                                        </p:cTn>
                                        <p:tgtEl>
                                          <p:spTgt spid="49"/>
                                        </p:tgtEl>
                                        <p:attrNameLst>
                                          <p:attrName>style.visibility</p:attrName>
                                        </p:attrNameLst>
                                      </p:cBhvr>
                                      <p:to>
                                        <p:strVal val="visible"/>
                                      </p:to>
                                    </p:set>
                                    <p:animEffect transition="in" filter="fade">
                                      <p:cBhvr>
                                        <p:cTn id="43" dur="500"/>
                                        <p:tgtEl>
                                          <p:spTgt spid="49"/>
                                        </p:tgtEl>
                                      </p:cBhvr>
                                    </p:animEffect>
                                  </p:childTnLst>
                                </p:cTn>
                              </p:par>
                              <p:par>
                                <p:cTn id="44" presetID="22" presetClass="entr" presetSubtype="2" fill="hold" grpId="0" nodeType="withEffect">
                                  <p:stCondLst>
                                    <p:cond delay="700"/>
                                  </p:stCondLst>
                                  <p:childTnLst>
                                    <p:set>
                                      <p:cBhvr>
                                        <p:cTn id="45" dur="1" fill="hold">
                                          <p:stCondLst>
                                            <p:cond delay="0"/>
                                          </p:stCondLst>
                                        </p:cTn>
                                        <p:tgtEl>
                                          <p:spTgt spid="15"/>
                                        </p:tgtEl>
                                        <p:attrNameLst>
                                          <p:attrName>style.visibility</p:attrName>
                                        </p:attrNameLst>
                                      </p:cBhvr>
                                      <p:to>
                                        <p:strVal val="visible"/>
                                      </p:to>
                                    </p:set>
                                    <p:animEffect transition="in" filter="wipe(right)">
                                      <p:cBhvr>
                                        <p:cTn id="46" dur="500"/>
                                        <p:tgtEl>
                                          <p:spTgt spid="15"/>
                                        </p:tgtEl>
                                      </p:cBhvr>
                                    </p:animEffect>
                                  </p:childTnLst>
                                </p:cTn>
                              </p:par>
                              <p:par>
                                <p:cTn id="47" presetID="22" presetClass="entr" presetSubtype="2" fill="hold" grpId="0" nodeType="withEffect">
                                  <p:stCondLst>
                                    <p:cond delay="800"/>
                                  </p:stCondLst>
                                  <p:childTnLst>
                                    <p:set>
                                      <p:cBhvr>
                                        <p:cTn id="48" dur="1" fill="hold">
                                          <p:stCondLst>
                                            <p:cond delay="0"/>
                                          </p:stCondLst>
                                        </p:cTn>
                                        <p:tgtEl>
                                          <p:spTgt spid="30"/>
                                        </p:tgtEl>
                                        <p:attrNameLst>
                                          <p:attrName>style.visibility</p:attrName>
                                        </p:attrNameLst>
                                      </p:cBhvr>
                                      <p:to>
                                        <p:strVal val="visible"/>
                                      </p:to>
                                    </p:set>
                                    <p:animEffect transition="in" filter="wipe(right)">
                                      <p:cBhvr>
                                        <p:cTn id="49" dur="500"/>
                                        <p:tgtEl>
                                          <p:spTgt spid="30"/>
                                        </p:tgtEl>
                                      </p:cBhvr>
                                    </p:animEffect>
                                  </p:childTnLst>
                                </p:cTn>
                              </p:par>
                              <p:par>
                                <p:cTn id="50" presetID="23" presetClass="entr" presetSubtype="272" fill="hold" nodeType="withEffect">
                                  <p:stCondLst>
                                    <p:cond delay="0"/>
                                  </p:stCondLst>
                                  <p:childTnLst>
                                    <p:set>
                                      <p:cBhvr>
                                        <p:cTn id="51" dur="1" fill="hold">
                                          <p:stCondLst>
                                            <p:cond delay="0"/>
                                          </p:stCondLst>
                                        </p:cTn>
                                        <p:tgtEl>
                                          <p:spTgt spid="62"/>
                                        </p:tgtEl>
                                        <p:attrNameLst>
                                          <p:attrName>style.visibility</p:attrName>
                                        </p:attrNameLst>
                                      </p:cBhvr>
                                      <p:to>
                                        <p:strVal val="visible"/>
                                      </p:to>
                                    </p:set>
                                    <p:anim calcmode="lin" valueType="num">
                                      <p:cBhvr>
                                        <p:cTn id="52" dur="250" fill="hold"/>
                                        <p:tgtEl>
                                          <p:spTgt spid="62"/>
                                        </p:tgtEl>
                                        <p:attrNameLst>
                                          <p:attrName>ppt_w</p:attrName>
                                        </p:attrNameLst>
                                      </p:cBhvr>
                                      <p:tavLst>
                                        <p:tav tm="0">
                                          <p:val>
                                            <p:strVal val="2/3*#ppt_w"/>
                                          </p:val>
                                        </p:tav>
                                        <p:tav tm="100000">
                                          <p:val>
                                            <p:strVal val="#ppt_w"/>
                                          </p:val>
                                        </p:tav>
                                      </p:tavLst>
                                    </p:anim>
                                    <p:anim calcmode="lin" valueType="num">
                                      <p:cBhvr>
                                        <p:cTn id="53" dur="250" fill="hold"/>
                                        <p:tgtEl>
                                          <p:spTgt spid="62"/>
                                        </p:tgtEl>
                                        <p:attrNameLst>
                                          <p:attrName>ppt_h</p:attrName>
                                        </p:attrNameLst>
                                      </p:cBhvr>
                                      <p:tavLst>
                                        <p:tav tm="0">
                                          <p:val>
                                            <p:strVal val="2/3*#ppt_h"/>
                                          </p:val>
                                        </p:tav>
                                        <p:tav tm="100000">
                                          <p:val>
                                            <p:strVal val="#ppt_h"/>
                                          </p:val>
                                        </p:tav>
                                      </p:tavLst>
                                    </p:anim>
                                  </p:childTnLst>
                                </p:cTn>
                              </p:par>
                              <p:par>
                                <p:cTn id="54" presetID="10" presetClass="entr" presetSubtype="0" fill="hold" nodeType="withEffect">
                                  <p:stCondLst>
                                    <p:cond delay="0"/>
                                  </p:stCondLst>
                                  <p:childTnLst>
                                    <p:set>
                                      <p:cBhvr>
                                        <p:cTn id="55" dur="1" fill="hold">
                                          <p:stCondLst>
                                            <p:cond delay="0"/>
                                          </p:stCondLst>
                                        </p:cTn>
                                        <p:tgtEl>
                                          <p:spTgt spid="62"/>
                                        </p:tgtEl>
                                        <p:attrNameLst>
                                          <p:attrName>style.visibility</p:attrName>
                                        </p:attrNameLst>
                                      </p:cBhvr>
                                      <p:to>
                                        <p:strVal val="visible"/>
                                      </p:to>
                                    </p:set>
                                    <p:animEffect transition="in" filter="fade">
                                      <p:cBhvr>
                                        <p:cTn id="56" dur="500"/>
                                        <p:tgtEl>
                                          <p:spTgt spid="62"/>
                                        </p:tgtEl>
                                      </p:cBhvr>
                                    </p:animEffect>
                                  </p:childTnLst>
                                </p:cTn>
                              </p:par>
                              <p:par>
                                <p:cTn id="57" presetID="6" presetClass="emph" presetSubtype="0" fill="hold" nodeType="withEffect">
                                  <p:stCondLst>
                                    <p:cond delay="0"/>
                                  </p:stCondLst>
                                  <p:childTnLst>
                                    <p:animScale>
                                      <p:cBhvr>
                                        <p:cTn id="58" dur="10" fill="hold"/>
                                        <p:tgtEl>
                                          <p:spTgt spid="62"/>
                                        </p:tgtEl>
                                      </p:cBhvr>
                                      <p:by x="80000" y="80000"/>
                                    </p:animScale>
                                  </p:childTnLst>
                                </p:cTn>
                              </p:par>
                              <p:par>
                                <p:cTn id="59" presetID="6" presetClass="emph" presetSubtype="0" decel="100000" fill="hold" nodeType="withEffect">
                                  <p:stCondLst>
                                    <p:cond delay="0"/>
                                  </p:stCondLst>
                                  <p:childTnLst>
                                    <p:animScale>
                                      <p:cBhvr>
                                        <p:cTn id="60" dur="1000" fill="hold"/>
                                        <p:tgtEl>
                                          <p:spTgt spid="62"/>
                                        </p:tgtEl>
                                      </p:cBhvr>
                                      <p:by x="125000" y="125000"/>
                                    </p:animScale>
                                  </p:childTnLst>
                                </p:cTn>
                              </p:par>
                              <p:par>
                                <p:cTn id="61" presetID="10" presetClass="entr" presetSubtype="0"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par>
                                <p:cTn id="64" presetID="23" presetClass="entr" presetSubtype="272" fill="hold" nodeType="withEffect">
                                  <p:stCondLst>
                                    <p:cond delay="200"/>
                                  </p:stCondLst>
                                  <p:childTnLst>
                                    <p:set>
                                      <p:cBhvr>
                                        <p:cTn id="65" dur="1" fill="hold">
                                          <p:stCondLst>
                                            <p:cond delay="0"/>
                                          </p:stCondLst>
                                        </p:cTn>
                                        <p:tgtEl>
                                          <p:spTgt spid="63"/>
                                        </p:tgtEl>
                                        <p:attrNameLst>
                                          <p:attrName>style.visibility</p:attrName>
                                        </p:attrNameLst>
                                      </p:cBhvr>
                                      <p:to>
                                        <p:strVal val="visible"/>
                                      </p:to>
                                    </p:set>
                                    <p:anim calcmode="lin" valueType="num">
                                      <p:cBhvr>
                                        <p:cTn id="66" dur="250" fill="hold"/>
                                        <p:tgtEl>
                                          <p:spTgt spid="63"/>
                                        </p:tgtEl>
                                        <p:attrNameLst>
                                          <p:attrName>ppt_w</p:attrName>
                                        </p:attrNameLst>
                                      </p:cBhvr>
                                      <p:tavLst>
                                        <p:tav tm="0">
                                          <p:val>
                                            <p:strVal val="2/3*#ppt_w"/>
                                          </p:val>
                                        </p:tav>
                                        <p:tav tm="100000">
                                          <p:val>
                                            <p:strVal val="#ppt_w"/>
                                          </p:val>
                                        </p:tav>
                                      </p:tavLst>
                                    </p:anim>
                                    <p:anim calcmode="lin" valueType="num">
                                      <p:cBhvr>
                                        <p:cTn id="67" dur="250" fill="hold"/>
                                        <p:tgtEl>
                                          <p:spTgt spid="63"/>
                                        </p:tgtEl>
                                        <p:attrNameLst>
                                          <p:attrName>ppt_h</p:attrName>
                                        </p:attrNameLst>
                                      </p:cBhvr>
                                      <p:tavLst>
                                        <p:tav tm="0">
                                          <p:val>
                                            <p:strVal val="2/3*#ppt_h"/>
                                          </p:val>
                                        </p:tav>
                                        <p:tav tm="100000">
                                          <p:val>
                                            <p:strVal val="#ppt_h"/>
                                          </p:val>
                                        </p:tav>
                                      </p:tavLst>
                                    </p:anim>
                                  </p:childTnLst>
                                </p:cTn>
                              </p:par>
                              <p:par>
                                <p:cTn id="68" presetID="10" presetClass="entr" presetSubtype="0" fill="hold" nodeType="withEffect">
                                  <p:stCondLst>
                                    <p:cond delay="200"/>
                                  </p:stCondLst>
                                  <p:childTnLst>
                                    <p:set>
                                      <p:cBhvr>
                                        <p:cTn id="69" dur="1" fill="hold">
                                          <p:stCondLst>
                                            <p:cond delay="0"/>
                                          </p:stCondLst>
                                        </p:cTn>
                                        <p:tgtEl>
                                          <p:spTgt spid="63"/>
                                        </p:tgtEl>
                                        <p:attrNameLst>
                                          <p:attrName>style.visibility</p:attrName>
                                        </p:attrNameLst>
                                      </p:cBhvr>
                                      <p:to>
                                        <p:strVal val="visible"/>
                                      </p:to>
                                    </p:set>
                                    <p:animEffect transition="in" filter="fade">
                                      <p:cBhvr>
                                        <p:cTn id="70" dur="500"/>
                                        <p:tgtEl>
                                          <p:spTgt spid="63"/>
                                        </p:tgtEl>
                                      </p:cBhvr>
                                    </p:animEffect>
                                  </p:childTnLst>
                                </p:cTn>
                              </p:par>
                              <p:par>
                                <p:cTn id="71" presetID="6" presetClass="emph" presetSubtype="0" fill="hold" nodeType="withEffect">
                                  <p:stCondLst>
                                    <p:cond delay="200"/>
                                  </p:stCondLst>
                                  <p:childTnLst>
                                    <p:animScale>
                                      <p:cBhvr>
                                        <p:cTn id="72" dur="10" fill="hold"/>
                                        <p:tgtEl>
                                          <p:spTgt spid="63"/>
                                        </p:tgtEl>
                                      </p:cBhvr>
                                      <p:by x="80000" y="80000"/>
                                    </p:animScale>
                                  </p:childTnLst>
                                </p:cTn>
                              </p:par>
                              <p:par>
                                <p:cTn id="73" presetID="6" presetClass="emph" presetSubtype="0" decel="100000" fill="hold" nodeType="withEffect">
                                  <p:stCondLst>
                                    <p:cond delay="200"/>
                                  </p:stCondLst>
                                  <p:childTnLst>
                                    <p:animScale>
                                      <p:cBhvr>
                                        <p:cTn id="74" dur="1000" fill="hold"/>
                                        <p:tgtEl>
                                          <p:spTgt spid="63"/>
                                        </p:tgtEl>
                                      </p:cBhvr>
                                      <p:by x="125000" y="125000"/>
                                    </p:animScale>
                                  </p:childTnLst>
                                </p:cTn>
                              </p:par>
                              <p:par>
                                <p:cTn id="75" presetID="10" presetClass="entr" presetSubtype="0" fill="hold" grpId="0" nodeType="withEffect">
                                  <p:stCondLst>
                                    <p:cond delay="20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childTnLst>
                                </p:cTn>
                              </p:par>
                              <p:par>
                                <p:cTn id="78" presetID="23" presetClass="entr" presetSubtype="272" fill="hold" nodeType="withEffect">
                                  <p:stCondLst>
                                    <p:cond delay="400"/>
                                  </p:stCondLst>
                                  <p:childTnLst>
                                    <p:set>
                                      <p:cBhvr>
                                        <p:cTn id="79" dur="1" fill="hold">
                                          <p:stCondLst>
                                            <p:cond delay="0"/>
                                          </p:stCondLst>
                                        </p:cTn>
                                        <p:tgtEl>
                                          <p:spTgt spid="64"/>
                                        </p:tgtEl>
                                        <p:attrNameLst>
                                          <p:attrName>style.visibility</p:attrName>
                                        </p:attrNameLst>
                                      </p:cBhvr>
                                      <p:to>
                                        <p:strVal val="visible"/>
                                      </p:to>
                                    </p:set>
                                    <p:anim calcmode="lin" valueType="num">
                                      <p:cBhvr>
                                        <p:cTn id="80" dur="250" fill="hold"/>
                                        <p:tgtEl>
                                          <p:spTgt spid="64"/>
                                        </p:tgtEl>
                                        <p:attrNameLst>
                                          <p:attrName>ppt_w</p:attrName>
                                        </p:attrNameLst>
                                      </p:cBhvr>
                                      <p:tavLst>
                                        <p:tav tm="0">
                                          <p:val>
                                            <p:strVal val="2/3*#ppt_w"/>
                                          </p:val>
                                        </p:tav>
                                        <p:tav tm="100000">
                                          <p:val>
                                            <p:strVal val="#ppt_w"/>
                                          </p:val>
                                        </p:tav>
                                      </p:tavLst>
                                    </p:anim>
                                    <p:anim calcmode="lin" valueType="num">
                                      <p:cBhvr>
                                        <p:cTn id="81" dur="250" fill="hold"/>
                                        <p:tgtEl>
                                          <p:spTgt spid="64"/>
                                        </p:tgtEl>
                                        <p:attrNameLst>
                                          <p:attrName>ppt_h</p:attrName>
                                        </p:attrNameLst>
                                      </p:cBhvr>
                                      <p:tavLst>
                                        <p:tav tm="0">
                                          <p:val>
                                            <p:strVal val="2/3*#ppt_h"/>
                                          </p:val>
                                        </p:tav>
                                        <p:tav tm="100000">
                                          <p:val>
                                            <p:strVal val="#ppt_h"/>
                                          </p:val>
                                        </p:tav>
                                      </p:tavLst>
                                    </p:anim>
                                  </p:childTnLst>
                                </p:cTn>
                              </p:par>
                              <p:par>
                                <p:cTn id="82" presetID="10" presetClass="entr" presetSubtype="0" fill="hold" nodeType="withEffect">
                                  <p:stCondLst>
                                    <p:cond delay="400"/>
                                  </p:stCondLst>
                                  <p:childTnLst>
                                    <p:set>
                                      <p:cBhvr>
                                        <p:cTn id="83" dur="1" fill="hold">
                                          <p:stCondLst>
                                            <p:cond delay="0"/>
                                          </p:stCondLst>
                                        </p:cTn>
                                        <p:tgtEl>
                                          <p:spTgt spid="64"/>
                                        </p:tgtEl>
                                        <p:attrNameLst>
                                          <p:attrName>style.visibility</p:attrName>
                                        </p:attrNameLst>
                                      </p:cBhvr>
                                      <p:to>
                                        <p:strVal val="visible"/>
                                      </p:to>
                                    </p:set>
                                    <p:animEffect transition="in" filter="fade">
                                      <p:cBhvr>
                                        <p:cTn id="84" dur="500"/>
                                        <p:tgtEl>
                                          <p:spTgt spid="64"/>
                                        </p:tgtEl>
                                      </p:cBhvr>
                                    </p:animEffect>
                                  </p:childTnLst>
                                </p:cTn>
                              </p:par>
                              <p:par>
                                <p:cTn id="85" presetID="6" presetClass="emph" presetSubtype="0" fill="hold" nodeType="withEffect">
                                  <p:stCondLst>
                                    <p:cond delay="400"/>
                                  </p:stCondLst>
                                  <p:childTnLst>
                                    <p:animScale>
                                      <p:cBhvr>
                                        <p:cTn id="86" dur="10" fill="hold"/>
                                        <p:tgtEl>
                                          <p:spTgt spid="64"/>
                                        </p:tgtEl>
                                      </p:cBhvr>
                                      <p:by x="80000" y="80000"/>
                                    </p:animScale>
                                  </p:childTnLst>
                                </p:cTn>
                              </p:par>
                              <p:par>
                                <p:cTn id="87" presetID="6" presetClass="emph" presetSubtype="0" decel="100000" fill="hold" nodeType="withEffect">
                                  <p:stCondLst>
                                    <p:cond delay="400"/>
                                  </p:stCondLst>
                                  <p:childTnLst>
                                    <p:animScale>
                                      <p:cBhvr>
                                        <p:cTn id="88" dur="1000" fill="hold"/>
                                        <p:tgtEl>
                                          <p:spTgt spid="64"/>
                                        </p:tgtEl>
                                      </p:cBhvr>
                                      <p:by x="125000" y="125000"/>
                                    </p:animScale>
                                  </p:childTnLst>
                                </p:cTn>
                              </p:par>
                              <p:par>
                                <p:cTn id="89" presetID="10" presetClass="entr" presetSubtype="0" fill="hold" grpId="0" nodeType="withEffect">
                                  <p:stCondLst>
                                    <p:cond delay="400"/>
                                  </p:stCondLst>
                                  <p:childTnLst>
                                    <p:set>
                                      <p:cBhvr>
                                        <p:cTn id="90" dur="1" fill="hold">
                                          <p:stCondLst>
                                            <p:cond delay="0"/>
                                          </p:stCondLst>
                                        </p:cTn>
                                        <p:tgtEl>
                                          <p:spTgt spid="37"/>
                                        </p:tgtEl>
                                        <p:attrNameLst>
                                          <p:attrName>style.visibility</p:attrName>
                                        </p:attrNameLst>
                                      </p:cBhvr>
                                      <p:to>
                                        <p:strVal val="visible"/>
                                      </p:to>
                                    </p:set>
                                    <p:animEffect transition="in" filter="fade">
                                      <p:cBhvr>
                                        <p:cTn id="91" dur="500"/>
                                        <p:tgtEl>
                                          <p:spTgt spid="37"/>
                                        </p:tgtEl>
                                      </p:cBhvr>
                                    </p:animEffect>
                                  </p:childTnLst>
                                </p:cTn>
                              </p:par>
                              <p:par>
                                <p:cTn id="92" presetID="10" presetClass="entr" presetSubtype="0" fill="hold" grpId="0" nodeType="withEffect">
                                  <p:stCondLst>
                                    <p:cond delay="400"/>
                                  </p:stCondLst>
                                  <p:childTnLst>
                                    <p:set>
                                      <p:cBhvr>
                                        <p:cTn id="93" dur="1" fill="hold">
                                          <p:stCondLst>
                                            <p:cond delay="0"/>
                                          </p:stCondLst>
                                        </p:cTn>
                                        <p:tgtEl>
                                          <p:spTgt spid="40"/>
                                        </p:tgtEl>
                                        <p:attrNameLst>
                                          <p:attrName>style.visibility</p:attrName>
                                        </p:attrNameLst>
                                      </p:cBhvr>
                                      <p:to>
                                        <p:strVal val="visible"/>
                                      </p:to>
                                    </p:set>
                                    <p:animEffect transition="in" filter="fade">
                                      <p:cBhvr>
                                        <p:cTn id="94" dur="500"/>
                                        <p:tgtEl>
                                          <p:spTgt spid="40"/>
                                        </p:tgtEl>
                                      </p:cBhvr>
                                    </p:animEffect>
                                  </p:childTnLst>
                                </p:cTn>
                              </p:par>
                              <p:par>
                                <p:cTn id="95" presetID="10" presetClass="entr" presetSubtype="0" fill="hold" grpId="0" nodeType="withEffect">
                                  <p:stCondLst>
                                    <p:cond delay="400"/>
                                  </p:stCondLst>
                                  <p:childTnLst>
                                    <p:set>
                                      <p:cBhvr>
                                        <p:cTn id="96" dur="1" fill="hold">
                                          <p:stCondLst>
                                            <p:cond delay="0"/>
                                          </p:stCondLst>
                                        </p:cTn>
                                        <p:tgtEl>
                                          <p:spTgt spid="41"/>
                                        </p:tgtEl>
                                        <p:attrNameLst>
                                          <p:attrName>style.visibility</p:attrName>
                                        </p:attrNameLst>
                                      </p:cBhvr>
                                      <p:to>
                                        <p:strVal val="visible"/>
                                      </p:to>
                                    </p:set>
                                    <p:animEffect transition="in" filter="fade">
                                      <p:cBhvr>
                                        <p:cTn id="97" dur="500"/>
                                        <p:tgtEl>
                                          <p:spTgt spid="41"/>
                                        </p:tgtEl>
                                      </p:cBhvr>
                                    </p:animEffect>
                                  </p:childTnLst>
                                </p:cTn>
                              </p:par>
                              <p:par>
                                <p:cTn id="98" presetID="10" presetClass="entr" presetSubtype="0" fill="hold" grpId="0" nodeType="withEffect">
                                  <p:stCondLst>
                                    <p:cond delay="40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00"/>
                                        <p:tgtEl>
                                          <p:spTgt spid="24"/>
                                        </p:tgtEl>
                                      </p:cBhvr>
                                    </p:animEffect>
                                  </p:childTnLst>
                                </p:cTn>
                              </p:par>
                              <p:par>
                                <p:cTn id="101" presetID="10" presetClass="entr" presetSubtype="0" fill="hold" grpId="0" nodeType="withEffect">
                                  <p:stCondLst>
                                    <p:cond delay="40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500"/>
                                        <p:tgtEl>
                                          <p:spTgt spid="29"/>
                                        </p:tgtEl>
                                      </p:cBhvr>
                                    </p:animEffect>
                                  </p:childTnLst>
                                </p:cTn>
                              </p:par>
                              <p:par>
                                <p:cTn id="104" presetID="10" presetClass="entr" presetSubtype="0" fill="hold" grpId="0" nodeType="withEffect">
                                  <p:stCondLst>
                                    <p:cond delay="400"/>
                                  </p:stCondLst>
                                  <p:childTnLst>
                                    <p:set>
                                      <p:cBhvr>
                                        <p:cTn id="105" dur="1" fill="hold">
                                          <p:stCondLst>
                                            <p:cond delay="0"/>
                                          </p:stCondLst>
                                        </p:cTn>
                                        <p:tgtEl>
                                          <p:spTgt spid="17"/>
                                        </p:tgtEl>
                                        <p:attrNameLst>
                                          <p:attrName>style.visibility</p:attrName>
                                        </p:attrNameLst>
                                      </p:cBhvr>
                                      <p:to>
                                        <p:strVal val="visible"/>
                                      </p:to>
                                    </p:set>
                                    <p:animEffect transition="in" filter="fade">
                                      <p:cBhvr>
                                        <p:cTn id="106" dur="500"/>
                                        <p:tgtEl>
                                          <p:spTgt spid="17"/>
                                        </p:tgtEl>
                                      </p:cBhvr>
                                    </p:animEffect>
                                  </p:childTnLst>
                                </p:cTn>
                              </p:par>
                              <p:par>
                                <p:cTn id="107" presetID="10" presetClass="entr" presetSubtype="0" fill="hold" grpId="0" nodeType="withEffect">
                                  <p:stCondLst>
                                    <p:cond delay="40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09" dur="500"/>
                                        <p:tgtEl>
                                          <p:spTgt spid="28"/>
                                        </p:tgtEl>
                                      </p:cBhvr>
                                    </p:animEffect>
                                  </p:childTnLst>
                                </p:cTn>
                              </p:par>
                              <p:par>
                                <p:cTn id="110" presetID="10" presetClass="entr" presetSubtype="0" fill="hold" grpId="0" nodeType="withEffect">
                                  <p:stCondLst>
                                    <p:cond delay="400"/>
                                  </p:stCondLst>
                                  <p:childTnLst>
                                    <p:set>
                                      <p:cBhvr>
                                        <p:cTn id="111" dur="1" fill="hold">
                                          <p:stCondLst>
                                            <p:cond delay="0"/>
                                          </p:stCondLst>
                                        </p:cTn>
                                        <p:tgtEl>
                                          <p:spTgt spid="3"/>
                                        </p:tgtEl>
                                        <p:attrNameLst>
                                          <p:attrName>style.visibility</p:attrName>
                                        </p:attrNameLst>
                                      </p:cBhvr>
                                      <p:to>
                                        <p:strVal val="visible"/>
                                      </p:to>
                                    </p:set>
                                    <p:animEffect transition="in" filter="fade">
                                      <p:cBhvr>
                                        <p:cTn id="112" dur="500"/>
                                        <p:tgtEl>
                                          <p:spTgt spid="3"/>
                                        </p:tgtEl>
                                      </p:cBhvr>
                                    </p:animEffect>
                                  </p:childTnLst>
                                </p:cTn>
                              </p:par>
                              <p:par>
                                <p:cTn id="113" presetID="10" presetClass="entr" presetSubtype="0" fill="hold" nodeType="withEffect">
                                  <p:stCondLst>
                                    <p:cond delay="400"/>
                                  </p:stCondLst>
                                  <p:childTnLst>
                                    <p:set>
                                      <p:cBhvr>
                                        <p:cTn id="114" dur="1" fill="hold">
                                          <p:stCondLst>
                                            <p:cond delay="0"/>
                                          </p:stCondLst>
                                        </p:cTn>
                                        <p:tgtEl>
                                          <p:spTgt spid="4"/>
                                        </p:tgtEl>
                                        <p:attrNameLst>
                                          <p:attrName>style.visibility</p:attrName>
                                        </p:attrNameLst>
                                      </p:cBhvr>
                                      <p:to>
                                        <p:strVal val="visible"/>
                                      </p:to>
                                    </p:set>
                                    <p:animEffect transition="in" filter="fade">
                                      <p:cBhvr>
                                        <p:cTn id="115" dur="500"/>
                                        <p:tgtEl>
                                          <p:spTgt spid="4"/>
                                        </p:tgtEl>
                                      </p:cBhvr>
                                    </p:animEffect>
                                  </p:childTnLst>
                                </p:cTn>
                              </p:par>
                              <p:par>
                                <p:cTn id="116" presetID="22" presetClass="entr" presetSubtype="8" fill="hold" grpId="0" nodeType="withEffect">
                                  <p:stCondLst>
                                    <p:cond delay="400"/>
                                  </p:stCondLst>
                                  <p:childTnLst>
                                    <p:set>
                                      <p:cBhvr>
                                        <p:cTn id="117" dur="1" fill="hold">
                                          <p:stCondLst>
                                            <p:cond delay="0"/>
                                          </p:stCondLst>
                                        </p:cTn>
                                        <p:tgtEl>
                                          <p:spTgt spid="18"/>
                                        </p:tgtEl>
                                        <p:attrNameLst>
                                          <p:attrName>style.visibility</p:attrName>
                                        </p:attrNameLst>
                                      </p:cBhvr>
                                      <p:to>
                                        <p:strVal val="visible"/>
                                      </p:to>
                                    </p:set>
                                    <p:animEffect transition="in" filter="wipe(left)">
                                      <p:cBhvr>
                                        <p:cTn id="118" dur="500"/>
                                        <p:tgtEl>
                                          <p:spTgt spid="18"/>
                                        </p:tgtEl>
                                      </p:cBhvr>
                                    </p:animEffect>
                                  </p:childTnLst>
                                </p:cTn>
                              </p:par>
                              <p:par>
                                <p:cTn id="119" presetID="22" presetClass="entr" presetSubtype="8" fill="hold" grpId="0" nodeType="withEffect">
                                  <p:stCondLst>
                                    <p:cond delay="500"/>
                                  </p:stCondLst>
                                  <p:childTnLst>
                                    <p:set>
                                      <p:cBhvr>
                                        <p:cTn id="120" dur="1" fill="hold">
                                          <p:stCondLst>
                                            <p:cond delay="0"/>
                                          </p:stCondLst>
                                        </p:cTn>
                                        <p:tgtEl>
                                          <p:spTgt spid="31"/>
                                        </p:tgtEl>
                                        <p:attrNameLst>
                                          <p:attrName>style.visibility</p:attrName>
                                        </p:attrNameLst>
                                      </p:cBhvr>
                                      <p:to>
                                        <p:strVal val="visible"/>
                                      </p:to>
                                    </p:set>
                                    <p:animEffect transition="in" filter="wipe(left)">
                                      <p:cBhvr>
                                        <p:cTn id="12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17" grpId="0"/>
      <p:bldP spid="24" grpId="0"/>
      <p:bldP spid="29" grpId="0"/>
      <p:bldP spid="31" grpId="0" animBg="1"/>
      <p:bldP spid="30" grpId="0" animBg="1"/>
      <p:bldP spid="18" grpId="0" animBg="1"/>
      <p:bldP spid="15" grpId="0" animBg="1"/>
      <p:bldP spid="47" grpId="0" animBg="1"/>
      <p:bldP spid="47" grpId="1" animBg="1"/>
      <p:bldP spid="47" grpId="2" animBg="1"/>
      <p:bldP spid="47" grpId="3" animBg="1"/>
      <p:bldP spid="3" grpId="0"/>
      <p:bldP spid="12" grpId="0"/>
      <p:bldP spid="23" grpId="0"/>
      <p:bldP spid="37" grpId="0"/>
      <p:bldP spid="40" grpId="0"/>
      <p:bldP spid="41" grpId="0" animBg="1"/>
      <p:bldP spid="48" grpId="0" animBg="1"/>
      <p:bldP spid="48" grpId="1" animBg="1"/>
      <p:bldP spid="48" grpId="2" animBg="1"/>
      <p:bldP spid="48" grpId="3" animBg="1"/>
      <p:bldP spid="51" grpId="0" animBg="1"/>
      <p:bldP spid="4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EF23A7-9ECE-64FB-DD61-23593197CC8B}"/>
              </a:ext>
            </a:extLst>
          </p:cNvPr>
          <p:cNvSpPr>
            <a:spLocks noGrp="1"/>
          </p:cNvSpPr>
          <p:nvPr>
            <p:ph type="title"/>
          </p:nvPr>
        </p:nvSpPr>
        <p:spPr/>
        <p:txBody>
          <a:bodyPr/>
          <a:lstStyle/>
          <a:p>
            <a:r>
              <a:rPr lang="en-US" dirty="0"/>
              <a:t>Best Practices </a:t>
            </a:r>
          </a:p>
        </p:txBody>
      </p:sp>
      <p:sp>
        <p:nvSpPr>
          <p:cNvPr id="5" name="TextBox 4">
            <a:extLst>
              <a:ext uri="{FF2B5EF4-FFF2-40B4-BE49-F238E27FC236}">
                <a16:creationId xmlns:a16="http://schemas.microsoft.com/office/drawing/2014/main" id="{05E982E1-7380-F3C9-1B47-2C7348E1FFC5}"/>
              </a:ext>
            </a:extLst>
          </p:cNvPr>
          <p:cNvSpPr txBox="1"/>
          <p:nvPr/>
        </p:nvSpPr>
        <p:spPr>
          <a:xfrm>
            <a:off x="779929" y="2245659"/>
            <a:ext cx="3909981" cy="3307893"/>
          </a:xfrm>
          <a:prstGeom prst="rect">
            <a:avLst/>
          </a:prstGeom>
          <a:noFill/>
        </p:spPr>
        <p:txBody>
          <a:bodyPr wrap="none" lIns="0" tIns="0" rIns="0" bIns="0" rtlCol="0">
            <a:spAutoFit/>
          </a:bodyPr>
          <a:lstStyle/>
          <a:p>
            <a:pPr marL="342900" indent="-342900" algn="l">
              <a:lnSpc>
                <a:spcPct val="200000"/>
              </a:lnSpc>
              <a:buFont typeface="Arial" panose="020B0604020202020204" pitchFamily="34" charset="0"/>
              <a:buChar char="•"/>
            </a:pPr>
            <a:r>
              <a:rPr lang="en-US" sz="2800" dirty="0">
                <a:solidFill>
                  <a:schemeClr val="bg1"/>
                </a:solidFill>
              </a:rPr>
              <a:t>Repeatable Delivery</a:t>
            </a:r>
          </a:p>
          <a:p>
            <a:pPr marL="342900" indent="-342900" algn="l">
              <a:lnSpc>
                <a:spcPct val="200000"/>
              </a:lnSpc>
              <a:buFont typeface="Arial" panose="020B0604020202020204" pitchFamily="34" charset="0"/>
              <a:buChar char="•"/>
            </a:pPr>
            <a:r>
              <a:rPr lang="en-US" sz="2800" dirty="0">
                <a:solidFill>
                  <a:schemeClr val="bg1"/>
                </a:solidFill>
              </a:rPr>
              <a:t>Automate Everything</a:t>
            </a:r>
          </a:p>
          <a:p>
            <a:pPr marL="342900" indent="-342900" algn="l">
              <a:lnSpc>
                <a:spcPct val="200000"/>
              </a:lnSpc>
              <a:buFont typeface="Arial" panose="020B0604020202020204" pitchFamily="34" charset="0"/>
              <a:buChar char="•"/>
            </a:pPr>
            <a:r>
              <a:rPr lang="en-US" sz="2800" dirty="0">
                <a:solidFill>
                  <a:schemeClr val="bg1"/>
                </a:solidFill>
              </a:rPr>
              <a:t>Document Everything</a:t>
            </a:r>
          </a:p>
          <a:p>
            <a:pPr marL="342900" indent="-342900" algn="l">
              <a:lnSpc>
                <a:spcPct val="200000"/>
              </a:lnSpc>
              <a:buFont typeface="Arial" panose="020B0604020202020204" pitchFamily="34" charset="0"/>
              <a:buChar char="•"/>
            </a:pPr>
            <a:r>
              <a:rPr lang="en-US" sz="2800" dirty="0">
                <a:solidFill>
                  <a:schemeClr val="bg1"/>
                </a:solidFill>
              </a:rPr>
              <a:t>Treat Prompts as Code</a:t>
            </a:r>
          </a:p>
        </p:txBody>
      </p:sp>
      <p:pic>
        <p:nvPicPr>
          <p:cNvPr id="7" name="Picture 6" descr="The image contains a list of various files and folders, including Python-related files and folders such as .env, .env.template, Dockerfile, README.md, and requirements.txt, along with other items like .copilot, .pytest_cache, and .squad.">
            <a:extLst>
              <a:ext uri="{FF2B5EF4-FFF2-40B4-BE49-F238E27FC236}">
                <a16:creationId xmlns:a16="http://schemas.microsoft.com/office/drawing/2014/main" id="{3BCA636E-00E4-6609-7201-1FBE8C370C19}"/>
              </a:ext>
            </a:extLst>
          </p:cNvPr>
          <p:cNvPicPr>
            <a:picLocks noChangeAspect="1"/>
          </p:cNvPicPr>
          <p:nvPr/>
        </p:nvPicPr>
        <p:blipFill>
          <a:blip r:embed="rId2"/>
          <a:stretch>
            <a:fillRect/>
          </a:stretch>
        </p:blipFill>
        <p:spPr>
          <a:xfrm>
            <a:off x="8250839" y="1858433"/>
            <a:ext cx="2019863" cy="4470400"/>
          </a:xfrm>
          <a:prstGeom prst="rect">
            <a:avLst/>
          </a:prstGeom>
        </p:spPr>
      </p:pic>
    </p:spTree>
    <p:extLst>
      <p:ext uri="{BB962C8B-B14F-4D97-AF65-F5344CB8AC3E}">
        <p14:creationId xmlns:p14="http://schemas.microsoft.com/office/powerpoint/2010/main" val="2181485427"/>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7E2E47B-68B9-0BD9-229D-001BD7671655}"/>
              </a:ext>
            </a:extLst>
          </p:cNvPr>
          <p:cNvSpPr txBox="1"/>
          <p:nvPr/>
        </p:nvSpPr>
        <p:spPr>
          <a:xfrm>
            <a:off x="2008094" y="3059668"/>
            <a:ext cx="1760097" cy="738664"/>
          </a:xfrm>
          <a:prstGeom prst="rect">
            <a:avLst/>
          </a:prstGeom>
          <a:noFill/>
        </p:spPr>
        <p:txBody>
          <a:bodyPr wrap="none" lIns="0" tIns="0" rIns="0" bIns="0" rtlCol="0">
            <a:spAutoFit/>
          </a:bodyPr>
          <a:lstStyle/>
          <a:p>
            <a:pPr algn="l"/>
            <a:r>
              <a:rPr lang="en-US" sz="4800" dirty="0">
                <a:solidFill>
                  <a:schemeClr val="bg1"/>
                </a:solidFill>
              </a:rPr>
              <a:t>DEMO</a:t>
            </a:r>
          </a:p>
        </p:txBody>
      </p:sp>
    </p:spTree>
    <p:extLst>
      <p:ext uri="{BB962C8B-B14F-4D97-AF65-F5344CB8AC3E}">
        <p14:creationId xmlns:p14="http://schemas.microsoft.com/office/powerpoint/2010/main" val="83780094"/>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52C92-B621-B06E-9713-8AED71C28A74}"/>
              </a:ext>
            </a:extLst>
          </p:cNvPr>
          <p:cNvSpPr>
            <a:spLocks noGrp="1"/>
          </p:cNvSpPr>
          <p:nvPr>
            <p:ph type="title"/>
          </p:nvPr>
        </p:nvSpPr>
        <p:spPr/>
        <p:txBody>
          <a:bodyPr/>
          <a:lstStyle/>
          <a:p>
            <a:r>
              <a:rPr lang="en-US" dirty="0"/>
              <a:t>GitHub Copilot CLI - AI for the Terminal</a:t>
            </a:r>
            <a:br>
              <a:rPr lang="en-US" dirty="0"/>
            </a:br>
            <a:br>
              <a:rPr lang="en-US" dirty="0"/>
            </a:br>
            <a:endParaRPr lang="en-US" dirty="0"/>
          </a:p>
        </p:txBody>
      </p:sp>
      <p:sp>
        <p:nvSpPr>
          <p:cNvPr id="6" name="TextBox 5">
            <a:extLst>
              <a:ext uri="{FF2B5EF4-FFF2-40B4-BE49-F238E27FC236}">
                <a16:creationId xmlns:a16="http://schemas.microsoft.com/office/drawing/2014/main" id="{8A443D29-471D-DF47-3684-DB6E4C0446A4}"/>
              </a:ext>
            </a:extLst>
          </p:cNvPr>
          <p:cNvSpPr txBox="1"/>
          <p:nvPr/>
        </p:nvSpPr>
        <p:spPr>
          <a:xfrm>
            <a:off x="1992573" y="2274400"/>
            <a:ext cx="45719" cy="307777"/>
          </a:xfrm>
          <a:prstGeom prst="rect">
            <a:avLst/>
          </a:prstGeom>
          <a:noFill/>
        </p:spPr>
        <p:txBody>
          <a:bodyPr wrap="square" lIns="0" tIns="0" rIns="0" bIns="0" rtlCol="0">
            <a:spAutoFit/>
          </a:bodyPr>
          <a:lstStyle/>
          <a:p>
            <a:pPr algn="l"/>
            <a:endParaRPr lang="en-US" sz="2000" dirty="0" err="1"/>
          </a:p>
        </p:txBody>
      </p:sp>
      <p:sp>
        <p:nvSpPr>
          <p:cNvPr id="7" name="TextBox 6">
            <a:extLst>
              <a:ext uri="{FF2B5EF4-FFF2-40B4-BE49-F238E27FC236}">
                <a16:creationId xmlns:a16="http://schemas.microsoft.com/office/drawing/2014/main" id="{62858E68-37C4-6ED7-8536-3AF3431B4C66}"/>
              </a:ext>
            </a:extLst>
          </p:cNvPr>
          <p:cNvSpPr txBox="1"/>
          <p:nvPr/>
        </p:nvSpPr>
        <p:spPr>
          <a:xfrm>
            <a:off x="588263" y="1533099"/>
            <a:ext cx="8538684" cy="4339650"/>
          </a:xfrm>
          <a:prstGeom prst="rect">
            <a:avLst/>
          </a:prstGeom>
          <a:noFill/>
        </p:spPr>
        <p:txBody>
          <a:bodyPr wrap="none" lIns="0" tIns="0" rIns="0" bIns="0" rtlCol="0">
            <a:spAutoFit/>
          </a:bodyPr>
          <a:lstStyle/>
          <a:p>
            <a:r>
              <a:rPr lang="en-US" sz="2400" dirty="0">
                <a:solidFill>
                  <a:schemeClr val="bg1"/>
                </a:solidFill>
              </a:rPr>
              <a:t>Intent → Command</a:t>
            </a:r>
          </a:p>
          <a:p>
            <a:r>
              <a:rPr lang="en-US" dirty="0">
                <a:solidFill>
                  <a:schemeClr val="bg1"/>
                </a:solidFill>
              </a:rPr>
              <a:t>	Turn natural language into shell, git, and automation commands</a:t>
            </a:r>
          </a:p>
          <a:p>
            <a:br>
              <a:rPr lang="en-US" dirty="0">
                <a:solidFill>
                  <a:schemeClr val="bg1"/>
                </a:solidFill>
              </a:rPr>
            </a:br>
            <a:r>
              <a:rPr lang="en-US" sz="2400" dirty="0">
                <a:solidFill>
                  <a:schemeClr val="bg1"/>
                </a:solidFill>
              </a:rPr>
              <a:t>Explain &amp; Fix</a:t>
            </a:r>
          </a:p>
          <a:p>
            <a:r>
              <a:rPr lang="en-US" dirty="0">
                <a:solidFill>
                  <a:schemeClr val="bg1"/>
                </a:solidFill>
              </a:rPr>
              <a:t>	Understand unfamiliar commands and recover from failures fast</a:t>
            </a:r>
          </a:p>
          <a:p>
            <a:br>
              <a:rPr lang="en-US" dirty="0">
                <a:solidFill>
                  <a:schemeClr val="bg1"/>
                </a:solidFill>
              </a:rPr>
            </a:br>
            <a:r>
              <a:rPr lang="en-US" sz="2400" dirty="0">
                <a:solidFill>
                  <a:schemeClr val="bg1"/>
                </a:solidFill>
              </a:rPr>
              <a:t>Accelerate DevOps</a:t>
            </a:r>
            <a:br>
              <a:rPr lang="en-US" dirty="0">
                <a:solidFill>
                  <a:schemeClr val="bg1"/>
                </a:solidFill>
              </a:rPr>
            </a:br>
            <a:r>
              <a:rPr lang="en-US" dirty="0">
                <a:solidFill>
                  <a:schemeClr val="bg1"/>
                </a:solidFill>
              </a:rPr>
              <a:t>	Faster inner loop • Less toil • Fewer context switches</a:t>
            </a:r>
          </a:p>
          <a:p>
            <a:br>
              <a:rPr lang="en-US" dirty="0">
                <a:solidFill>
                  <a:schemeClr val="bg1"/>
                </a:solidFill>
              </a:rPr>
            </a:br>
            <a:r>
              <a:rPr lang="en-US" sz="2400" dirty="0">
                <a:solidFill>
                  <a:schemeClr val="bg1"/>
                </a:solidFill>
              </a:rPr>
              <a:t>Secure by Design</a:t>
            </a:r>
            <a:br>
              <a:rPr lang="en-US" dirty="0">
                <a:solidFill>
                  <a:schemeClr val="bg1"/>
                </a:solidFill>
              </a:rPr>
            </a:br>
            <a:r>
              <a:rPr lang="en-US" dirty="0">
                <a:solidFill>
                  <a:schemeClr val="bg1"/>
                </a:solidFill>
              </a:rPr>
              <a:t>	Uses existing GitHub identity &amp; policies—no shortcuts around </a:t>
            </a:r>
            <a:r>
              <a:rPr lang="en-US" dirty="0" err="1">
                <a:solidFill>
                  <a:schemeClr val="bg1"/>
                </a:solidFill>
              </a:rPr>
              <a:t>DevSecOps</a:t>
            </a:r>
            <a:endParaRPr lang="en-US" dirty="0">
              <a:solidFill>
                <a:schemeClr val="bg1"/>
              </a:solidFill>
            </a:endParaRPr>
          </a:p>
          <a:p>
            <a:br>
              <a:rPr lang="en-US" dirty="0">
                <a:solidFill>
                  <a:schemeClr val="bg1"/>
                </a:solidFill>
              </a:rPr>
            </a:br>
            <a:r>
              <a:rPr lang="en-US" sz="2400" dirty="0">
                <a:solidFill>
                  <a:schemeClr val="bg1"/>
                </a:solidFill>
              </a:rPr>
              <a:t>Agentic DevOps Enabler</a:t>
            </a:r>
            <a:br>
              <a:rPr lang="en-US" dirty="0">
                <a:solidFill>
                  <a:schemeClr val="bg1"/>
                </a:solidFill>
              </a:rPr>
            </a:br>
            <a:r>
              <a:rPr lang="en-US" dirty="0">
                <a:solidFill>
                  <a:schemeClr val="bg1"/>
                </a:solidFill>
              </a:rPr>
              <a:t>	CLI actions become building blocks for automated, agent‑driven workflows</a:t>
            </a:r>
          </a:p>
        </p:txBody>
      </p:sp>
    </p:spTree>
    <p:extLst>
      <p:ext uri="{BB962C8B-B14F-4D97-AF65-F5344CB8AC3E}">
        <p14:creationId xmlns:p14="http://schemas.microsoft.com/office/powerpoint/2010/main" val="1600590639"/>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6EE00-4C33-4C9A-2B51-DFA872C9EF17}"/>
              </a:ext>
            </a:extLst>
          </p:cNvPr>
          <p:cNvSpPr>
            <a:spLocks noGrp="1"/>
          </p:cNvSpPr>
          <p:nvPr>
            <p:ph type="title"/>
          </p:nvPr>
        </p:nvSpPr>
        <p:spPr/>
        <p:txBody>
          <a:bodyPr/>
          <a:lstStyle/>
          <a:p>
            <a:r>
              <a:rPr lang="en-US" dirty="0"/>
              <a:t>Working With Agents</a:t>
            </a:r>
          </a:p>
        </p:txBody>
      </p:sp>
      <p:sp>
        <p:nvSpPr>
          <p:cNvPr id="4" name="TextBox 3">
            <a:extLst>
              <a:ext uri="{FF2B5EF4-FFF2-40B4-BE49-F238E27FC236}">
                <a16:creationId xmlns:a16="http://schemas.microsoft.com/office/drawing/2014/main" id="{D62B64EC-832B-6951-CF7B-9E76000581B1}"/>
              </a:ext>
            </a:extLst>
          </p:cNvPr>
          <p:cNvSpPr txBox="1"/>
          <p:nvPr/>
        </p:nvSpPr>
        <p:spPr>
          <a:xfrm>
            <a:off x="320488" y="6165334"/>
            <a:ext cx="6813176" cy="369332"/>
          </a:xfrm>
          <a:prstGeom prst="rect">
            <a:avLst/>
          </a:prstGeom>
          <a:noFill/>
        </p:spPr>
        <p:txBody>
          <a:bodyPr wrap="square">
            <a:spAutoFit/>
          </a:bodyPr>
          <a:lstStyle/>
          <a:p>
            <a:r>
              <a:rPr lang="en-US" dirty="0">
                <a:solidFill>
                  <a:schemeClr val="bg1"/>
                </a:solidFill>
              </a:rPr>
              <a:t>https://bradygaster.github.io/squad/</a:t>
            </a:r>
          </a:p>
        </p:txBody>
      </p:sp>
      <p:pic>
        <p:nvPicPr>
          <p:cNvPr id="8" name="Picture 7" descr="The image is a visual representation of a project management tool, showcasing a team collaboratively working on a software development project, with tasks such as API endpoint creation, component building, and testing.&#10;&#10;AI-generated content may be incorrect.">
            <a:extLst>
              <a:ext uri="{FF2B5EF4-FFF2-40B4-BE49-F238E27FC236}">
                <a16:creationId xmlns:a16="http://schemas.microsoft.com/office/drawing/2014/main" id="{4186E983-C755-BB28-D369-C4C14AEADB98}"/>
              </a:ext>
            </a:extLst>
          </p:cNvPr>
          <p:cNvPicPr>
            <a:picLocks noChangeAspect="1"/>
          </p:cNvPicPr>
          <p:nvPr/>
        </p:nvPicPr>
        <p:blipFill>
          <a:blip r:embed="rId2"/>
          <a:stretch>
            <a:fillRect/>
          </a:stretch>
        </p:blipFill>
        <p:spPr>
          <a:xfrm>
            <a:off x="2099734" y="1592263"/>
            <a:ext cx="8161696" cy="4064459"/>
          </a:xfrm>
          <a:prstGeom prst="rect">
            <a:avLst/>
          </a:prstGeom>
        </p:spPr>
      </p:pic>
    </p:spTree>
    <p:extLst>
      <p:ext uri="{BB962C8B-B14F-4D97-AF65-F5344CB8AC3E}">
        <p14:creationId xmlns:p14="http://schemas.microsoft.com/office/powerpoint/2010/main" val="1675498754"/>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E674E-A83C-96DB-1F86-DAB663BA933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70472F2-F9A7-EB2B-16B7-B2A1F819CD55}"/>
              </a:ext>
            </a:extLst>
          </p:cNvPr>
          <p:cNvSpPr txBox="1"/>
          <p:nvPr/>
        </p:nvSpPr>
        <p:spPr>
          <a:xfrm>
            <a:off x="2008094" y="3059668"/>
            <a:ext cx="1760097" cy="738664"/>
          </a:xfrm>
          <a:prstGeom prst="rect">
            <a:avLst/>
          </a:prstGeom>
          <a:noFill/>
        </p:spPr>
        <p:txBody>
          <a:bodyPr wrap="none" lIns="0" tIns="0" rIns="0" bIns="0" rtlCol="0">
            <a:spAutoFit/>
          </a:bodyPr>
          <a:lstStyle/>
          <a:p>
            <a:pPr algn="l"/>
            <a:r>
              <a:rPr lang="en-US" sz="4800" dirty="0">
                <a:solidFill>
                  <a:schemeClr val="bg1"/>
                </a:solidFill>
              </a:rPr>
              <a:t>DEMO</a:t>
            </a:r>
          </a:p>
        </p:txBody>
      </p:sp>
    </p:spTree>
    <p:extLst>
      <p:ext uri="{BB962C8B-B14F-4D97-AF65-F5344CB8AC3E}">
        <p14:creationId xmlns:p14="http://schemas.microsoft.com/office/powerpoint/2010/main" val="3613836363"/>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15C01-EC96-EB3A-3576-579F349D24D5}"/>
              </a:ext>
            </a:extLst>
          </p:cNvPr>
          <p:cNvSpPr>
            <a:spLocks noGrp="1"/>
          </p:cNvSpPr>
          <p:nvPr>
            <p:ph type="title"/>
          </p:nvPr>
        </p:nvSpPr>
        <p:spPr/>
        <p:txBody>
          <a:bodyPr/>
          <a:lstStyle/>
          <a:p>
            <a:r>
              <a:rPr lang="en-US" dirty="0"/>
              <a:t>Mark </a:t>
            </a:r>
            <a:r>
              <a:rPr lang="en-US" dirty="0" err="1"/>
              <a:t>Russinovic</a:t>
            </a:r>
            <a:r>
              <a:rPr lang="en-US" dirty="0"/>
              <a:t> – Azure CTO  </a:t>
            </a:r>
          </a:p>
        </p:txBody>
      </p:sp>
      <p:sp>
        <p:nvSpPr>
          <p:cNvPr id="4" name="TextBox 3">
            <a:extLst>
              <a:ext uri="{FF2B5EF4-FFF2-40B4-BE49-F238E27FC236}">
                <a16:creationId xmlns:a16="http://schemas.microsoft.com/office/drawing/2014/main" id="{22B40D82-0EA5-9956-E756-A0789FBB8127}"/>
              </a:ext>
            </a:extLst>
          </p:cNvPr>
          <p:cNvSpPr txBox="1"/>
          <p:nvPr/>
        </p:nvSpPr>
        <p:spPr>
          <a:xfrm>
            <a:off x="815788" y="2626836"/>
            <a:ext cx="4776445" cy="2308324"/>
          </a:xfrm>
          <a:prstGeom prst="rect">
            <a:avLst/>
          </a:prstGeom>
          <a:noFill/>
        </p:spPr>
        <p:txBody>
          <a:bodyPr wrap="square">
            <a:spAutoFit/>
          </a:bodyPr>
          <a:lstStyle/>
          <a:p>
            <a:r>
              <a:rPr lang="en-US" b="0" i="0" dirty="0">
                <a:solidFill>
                  <a:schemeClr val="bg2"/>
                </a:solidFill>
                <a:effectLst/>
                <a:latin typeface="-apple-system"/>
              </a:rPr>
              <a:t>“This was by far the hardest AI coding task I've ever tackled. It took 4-5 weeks of prompting and testing to generate about 18,000 lines of C++ that handles many different edge cases, including low-contrast and low-entropy images. It's beyond the current capabilities of frontier models to take on without human micromanagement and guidance.”</a:t>
            </a:r>
            <a:endParaRPr lang="en-US" dirty="0">
              <a:solidFill>
                <a:schemeClr val="bg2"/>
              </a:solidFill>
            </a:endParaRPr>
          </a:p>
        </p:txBody>
      </p:sp>
      <p:sp>
        <p:nvSpPr>
          <p:cNvPr id="6" name="TextBox 5">
            <a:extLst>
              <a:ext uri="{FF2B5EF4-FFF2-40B4-BE49-F238E27FC236}">
                <a16:creationId xmlns:a16="http://schemas.microsoft.com/office/drawing/2014/main" id="{81016C37-CEE4-A9EC-3786-2D2274F88CDB}"/>
              </a:ext>
            </a:extLst>
          </p:cNvPr>
          <p:cNvSpPr txBox="1"/>
          <p:nvPr/>
        </p:nvSpPr>
        <p:spPr>
          <a:xfrm>
            <a:off x="6358467" y="2626836"/>
            <a:ext cx="4849282" cy="3139321"/>
          </a:xfrm>
          <a:prstGeom prst="rect">
            <a:avLst/>
          </a:prstGeom>
          <a:noFill/>
        </p:spPr>
        <p:txBody>
          <a:bodyPr wrap="square">
            <a:spAutoFit/>
          </a:bodyPr>
          <a:lstStyle/>
          <a:p>
            <a:r>
              <a:rPr lang="en-US" dirty="0">
                <a:solidFill>
                  <a:schemeClr val="bg2"/>
                </a:solidFill>
                <a:latin typeface="-apple-system"/>
              </a:rPr>
              <a:t>“</a:t>
            </a:r>
            <a:r>
              <a:rPr lang="en-US" b="0" i="0" dirty="0">
                <a:solidFill>
                  <a:schemeClr val="bg2"/>
                </a:solidFill>
                <a:effectLst/>
                <a:latin typeface="-apple-system"/>
              </a:rPr>
              <a:t>All in all, this release reflects the current state of AI-assisted coding: some tasks were trivial for AI while others required my intense direction and oversight. AI constantly made mistakes and unfounded assumptions, some egregious, but I estimate roughly a </a:t>
            </a:r>
            <a:r>
              <a:rPr lang="en-US" b="1" i="0" dirty="0">
                <a:solidFill>
                  <a:schemeClr val="bg2"/>
                </a:solidFill>
                <a:effectLst/>
                <a:latin typeface="-apple-system"/>
              </a:rPr>
              <a:t>10x boost </a:t>
            </a:r>
            <a:r>
              <a:rPr lang="en-US" b="0" i="0" dirty="0">
                <a:solidFill>
                  <a:schemeClr val="bg2"/>
                </a:solidFill>
                <a:effectLst/>
                <a:latin typeface="-apple-system"/>
              </a:rPr>
              <a:t>over my own time spent coding this. Without AI, I doubt I would have taken on the complexity of the panorama feature at all. It's an extremely powerful tool in the hands of someone that has the experience and knowledge to use it. ”</a:t>
            </a:r>
            <a:endParaRPr lang="en-US" dirty="0">
              <a:solidFill>
                <a:schemeClr val="bg2"/>
              </a:solidFill>
            </a:endParaRPr>
          </a:p>
        </p:txBody>
      </p:sp>
      <p:sp>
        <p:nvSpPr>
          <p:cNvPr id="7" name="TextBox 6">
            <a:extLst>
              <a:ext uri="{FF2B5EF4-FFF2-40B4-BE49-F238E27FC236}">
                <a16:creationId xmlns:a16="http://schemas.microsoft.com/office/drawing/2014/main" id="{BCAB3D37-BDD4-CF36-B442-BFAC4CB924FC}"/>
              </a:ext>
            </a:extLst>
          </p:cNvPr>
          <p:cNvSpPr txBox="1"/>
          <p:nvPr/>
        </p:nvSpPr>
        <p:spPr>
          <a:xfrm>
            <a:off x="859367" y="1858434"/>
            <a:ext cx="4836132" cy="307777"/>
          </a:xfrm>
          <a:prstGeom prst="rect">
            <a:avLst/>
          </a:prstGeom>
          <a:noFill/>
        </p:spPr>
        <p:txBody>
          <a:bodyPr wrap="none" lIns="0" tIns="0" rIns="0" bIns="0" rtlCol="0">
            <a:spAutoFit/>
          </a:bodyPr>
          <a:lstStyle/>
          <a:p>
            <a:pPr algn="l"/>
            <a:r>
              <a:rPr lang="en-US" sz="2000" dirty="0">
                <a:solidFill>
                  <a:schemeClr val="bg2"/>
                </a:solidFill>
              </a:rPr>
              <a:t>Reflections on a recent </a:t>
            </a:r>
            <a:r>
              <a:rPr lang="en-US" sz="2000" dirty="0" err="1">
                <a:solidFill>
                  <a:schemeClr val="bg2"/>
                </a:solidFill>
              </a:rPr>
              <a:t>Sysinternals</a:t>
            </a:r>
            <a:r>
              <a:rPr lang="en-US" sz="2000" dirty="0">
                <a:solidFill>
                  <a:schemeClr val="bg2"/>
                </a:solidFill>
              </a:rPr>
              <a:t> Project</a:t>
            </a:r>
          </a:p>
        </p:txBody>
      </p:sp>
      <p:sp>
        <p:nvSpPr>
          <p:cNvPr id="9" name="TextBox 8">
            <a:extLst>
              <a:ext uri="{FF2B5EF4-FFF2-40B4-BE49-F238E27FC236}">
                <a16:creationId xmlns:a16="http://schemas.microsoft.com/office/drawing/2014/main" id="{9BEFF98C-6453-C649-4AE3-1AA5912CC973}"/>
              </a:ext>
            </a:extLst>
          </p:cNvPr>
          <p:cNvSpPr txBox="1"/>
          <p:nvPr/>
        </p:nvSpPr>
        <p:spPr>
          <a:xfrm>
            <a:off x="353484" y="6264276"/>
            <a:ext cx="11283950" cy="307777"/>
          </a:xfrm>
          <a:prstGeom prst="rect">
            <a:avLst/>
          </a:prstGeom>
          <a:noFill/>
        </p:spPr>
        <p:txBody>
          <a:bodyPr wrap="square">
            <a:spAutoFit/>
          </a:bodyPr>
          <a:lstStyle/>
          <a:p>
            <a:r>
              <a:rPr lang="en-US" sz="1400" dirty="0">
                <a:solidFill>
                  <a:schemeClr val="bg2"/>
                </a:solidFill>
              </a:rPr>
              <a:t>https://www.linkedin.com/posts/markrussinovich_the-latest-sysinternals-zoomit-update-has-share-7443102544903659520-1DFc</a:t>
            </a:r>
          </a:p>
        </p:txBody>
      </p:sp>
    </p:spTree>
    <p:extLst>
      <p:ext uri="{BB962C8B-B14F-4D97-AF65-F5344CB8AC3E}">
        <p14:creationId xmlns:p14="http://schemas.microsoft.com/office/powerpoint/2010/main" val="407454397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8A955-F61C-8827-22F0-A24D613114A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5692AA-C964-12CA-3CE9-6C24FDB88FF6}"/>
              </a:ext>
            </a:extLst>
          </p:cNvPr>
          <p:cNvSpPr txBox="1"/>
          <p:nvPr/>
        </p:nvSpPr>
        <p:spPr>
          <a:xfrm>
            <a:off x="2008094" y="3059668"/>
            <a:ext cx="2072683" cy="738664"/>
          </a:xfrm>
          <a:prstGeom prst="rect">
            <a:avLst/>
          </a:prstGeom>
          <a:noFill/>
        </p:spPr>
        <p:txBody>
          <a:bodyPr wrap="none" lIns="0" tIns="0" rIns="0" bIns="0" rtlCol="0">
            <a:spAutoFit/>
          </a:bodyPr>
          <a:lstStyle/>
          <a:p>
            <a:pPr algn="l"/>
            <a:r>
              <a:rPr lang="en-US" sz="4800" dirty="0">
                <a:solidFill>
                  <a:schemeClr val="bg1"/>
                </a:solidFill>
              </a:rPr>
              <a:t>Thanks!</a:t>
            </a:r>
          </a:p>
        </p:txBody>
      </p:sp>
      <p:pic>
        <p:nvPicPr>
          <p:cNvPr id="6" name="Picture 5" descr="The image is a QR code, which is a two-dimensional barcode that can be scanned by a smartphone to provide additional information or direct users to a website.&#10;&#10;AI-generated content may be incorrect.">
            <a:extLst>
              <a:ext uri="{FF2B5EF4-FFF2-40B4-BE49-F238E27FC236}">
                <a16:creationId xmlns:a16="http://schemas.microsoft.com/office/drawing/2014/main" id="{A1B79D05-5395-959A-269E-20DE986A1FF1}"/>
              </a:ext>
            </a:extLst>
          </p:cNvPr>
          <p:cNvPicPr>
            <a:picLocks noChangeAspect="1"/>
          </p:cNvPicPr>
          <p:nvPr/>
        </p:nvPicPr>
        <p:blipFill>
          <a:blip r:embed="rId2"/>
          <a:stretch>
            <a:fillRect/>
          </a:stretch>
        </p:blipFill>
        <p:spPr>
          <a:xfrm>
            <a:off x="7332060" y="1981200"/>
            <a:ext cx="3303942" cy="3501668"/>
          </a:xfrm>
          <a:prstGeom prst="rect">
            <a:avLst/>
          </a:prstGeom>
        </p:spPr>
      </p:pic>
    </p:spTree>
    <p:extLst>
      <p:ext uri="{BB962C8B-B14F-4D97-AF65-F5344CB8AC3E}">
        <p14:creationId xmlns:p14="http://schemas.microsoft.com/office/powerpoint/2010/main" val="3976346700"/>
      </p:ext>
    </p:extLst>
  </p:cSld>
  <p:clrMapOvr>
    <a:masterClrMapping/>
  </p:clrMapOvr>
  <p:transition spd="med">
    <p:fade/>
  </p:transition>
</p:sld>
</file>

<file path=ppt/theme/theme1.xml><?xml version="1.0" encoding="utf-8"?>
<a:theme xmlns:a="http://schemas.openxmlformats.org/drawingml/2006/main" name="Azure Template - Dark">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662DC8C9-CFC0-405F-82A1-B248626FCAE6}" vid="{49C91371-712F-49B7-AFEB-59DA86371DF3}"/>
    </a:ext>
  </a:extLst>
</a:theme>
</file>

<file path=ppt/theme/theme2.xml><?xml version="1.0" encoding="utf-8"?>
<a:theme xmlns:a="http://schemas.openxmlformats.org/drawingml/2006/main" name="FunkyShapesDarkVTI">
  <a:themeElements>
    <a:clrScheme name="Custom 4">
      <a:dk1>
        <a:srgbClr val="FFFFFF"/>
      </a:dk1>
      <a:lt1>
        <a:srgbClr val="000000"/>
      </a:lt1>
      <a:dk2>
        <a:srgbClr val="F3FFF8"/>
      </a:dk2>
      <a:lt2>
        <a:srgbClr val="2D2D2D"/>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Source Sans Pro">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DarkVTI" id="{84637DF0-7D2D-4F20-816C-4D6C45F3FAF2}" vid="{0EF594EE-C33F-480F-80E7-D4F74C1C30E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1326</TotalTime>
  <Words>488</Words>
  <Application>Microsoft Office PowerPoint</Application>
  <PresentationFormat>Widescreen</PresentationFormat>
  <Paragraphs>87</Paragraphs>
  <Slides>11</Slides>
  <Notes>4</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11</vt:i4>
      </vt:variant>
    </vt:vector>
  </HeadingPairs>
  <TitlesOfParts>
    <vt:vector size="24" baseType="lpstr">
      <vt:lpstr>-apple-system</vt:lpstr>
      <vt:lpstr>Aptos</vt:lpstr>
      <vt:lpstr>Aptos Black</vt:lpstr>
      <vt:lpstr>Arial</vt:lpstr>
      <vt:lpstr>Calibri</vt:lpstr>
      <vt:lpstr>Segoe Sans Text</vt:lpstr>
      <vt:lpstr>Segoe Sans Text ExtraBold</vt:lpstr>
      <vt:lpstr>Segoe Sans Text Semibold</vt:lpstr>
      <vt:lpstr>Segoe UI</vt:lpstr>
      <vt:lpstr>Source Sans Pro</vt:lpstr>
      <vt:lpstr>Wingdings</vt:lpstr>
      <vt:lpstr>Azure Template - Dark</vt:lpstr>
      <vt:lpstr>FunkyShapesDarkVTI</vt:lpstr>
      <vt:lpstr>AI‑Ready Developer Workflows</vt:lpstr>
      <vt:lpstr>PowerPoint Presentation</vt:lpstr>
      <vt:lpstr>AI Workload Operations</vt:lpstr>
      <vt:lpstr>GenAI Lifecycle in the real world: Start small and iterate</vt:lpstr>
      <vt:lpstr>Best Practices </vt:lpstr>
      <vt:lpstr>PowerPoint Presentation</vt:lpstr>
      <vt:lpstr>GitHub Copilot CLI - AI for the Terminal  </vt:lpstr>
      <vt:lpstr>Working With Agents</vt:lpstr>
      <vt:lpstr>PowerPoint Presentation</vt:lpstr>
      <vt:lpstr>Mark Russinovic – Azure CTO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Dave Davis</dc:creator>
  <cp:lastModifiedBy>Dave Davis</cp:lastModifiedBy>
  <cp:revision>1</cp:revision>
  <dcterms:created xsi:type="dcterms:W3CDTF">2026-03-20T17:06:12Z</dcterms:created>
  <dcterms:modified xsi:type="dcterms:W3CDTF">2026-03-28T13:36:01Z</dcterms:modified>
</cp:coreProperties>
</file>